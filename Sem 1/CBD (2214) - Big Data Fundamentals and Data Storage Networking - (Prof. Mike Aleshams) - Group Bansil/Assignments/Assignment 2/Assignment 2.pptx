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7"/>
  </p:notesMasterIdLst>
  <p:sldIdLst>
    <p:sldId id="256" r:id="rId2"/>
    <p:sldId id="315" r:id="rId3"/>
    <p:sldId id="257" r:id="rId4"/>
    <p:sldId id="259" r:id="rId5"/>
    <p:sldId id="260" r:id="rId6"/>
    <p:sldId id="311" r:id="rId7"/>
    <p:sldId id="316" r:id="rId8"/>
    <p:sldId id="262" r:id="rId9"/>
    <p:sldId id="263" r:id="rId10"/>
    <p:sldId id="317" r:id="rId11"/>
    <p:sldId id="318" r:id="rId12"/>
    <p:sldId id="319" r:id="rId13"/>
    <p:sldId id="321" r:id="rId14"/>
    <p:sldId id="322" r:id="rId15"/>
    <p:sldId id="323" r:id="rId16"/>
    <p:sldId id="324" r:id="rId17"/>
    <p:sldId id="325" r:id="rId18"/>
    <p:sldId id="266" r:id="rId19"/>
    <p:sldId id="326" r:id="rId20"/>
    <p:sldId id="267" r:id="rId21"/>
    <p:sldId id="271" r:id="rId22"/>
    <p:sldId id="313" r:id="rId23"/>
    <p:sldId id="272" r:id="rId24"/>
    <p:sldId id="314" r:id="rId25"/>
    <p:sldId id="290" r:id="rId26"/>
  </p:sldIdLst>
  <p:sldSz cx="9144000" cy="5143500" type="screen16x9"/>
  <p:notesSz cx="6858000" cy="9144000"/>
  <p:embeddedFontLst>
    <p:embeddedFont>
      <p:font typeface="Bebas Neue" panose="020B0606020202050201" pitchFamily="34" charset="0"/>
      <p:regular r:id="rId28"/>
    </p:embeddedFont>
    <p:embeddedFont>
      <p:font typeface="Lexend" panose="020B0604020202020204" charset="0"/>
      <p:regular r:id="rId29"/>
      <p:bold r:id="rId30"/>
    </p:embeddedFont>
    <p:embeddedFont>
      <p:font typeface="Lexend Medium" panose="020B0604020202020204" charset="0"/>
      <p:regular r:id="rId31"/>
      <p:bold r:id="rId32"/>
    </p:embeddedFont>
    <p:embeddedFont>
      <p:font typeface="Lexend SemiBold" panose="020B0604020202020204" charset="0"/>
      <p:regular r:id="rId33"/>
      <p:bold r:id="rId34"/>
    </p:embeddedFont>
    <p:embeddedFont>
      <p:font typeface="Nunito Light" pitchFamily="2" charset="0"/>
      <p:regular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44A108-865C-4D0F-962C-B9D1CCCC560A}">
  <a:tblStyle styleId="{9C44A108-865C-4D0F-962C-B9D1CCCC560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FD388DF-2068-4D5D-ABFF-12D262D16DC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60"/>
  </p:normalViewPr>
  <p:slideViewPr>
    <p:cSldViewPr snapToGrid="0">
      <p:cViewPr>
        <p:scale>
          <a:sx n="100" d="100"/>
          <a:sy n="100" d="100"/>
        </p:scale>
        <p:origin x="1284" y="9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2" name="Google Shape;12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1e86577bbe8_1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1e86577bbe8_1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3258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g1e85554533a_0_8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9" name="Google Shape;1239;g1e85554533a_0_8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g1e85554533a_0_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1" name="Google Shape;1271;g1e85554533a_0_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1e85554533a_0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8" name="Google Shape;1278;g1e85554533a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1e85554533a_0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8" name="Google Shape;1278;g1e85554533a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9745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1e85554533a_0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8" name="Google Shape;1278;g1e85554533a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7975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1e86577bbe8_1_28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1e86577bbe8_1_28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1940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8058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834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7920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9407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010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2663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g1e86577bbe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8" name="Google Shape;1318;g1e86577bbe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4493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g1e86577bbe8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4" name="Google Shape;1344;g1e86577bbe8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1e86577bbe8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1" name="Google Shape;1401;g1e86577bbe8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9888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1e86577bbe8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1e86577bbe8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g1e86577bbe8_1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3" name="Google Shape;1413;g1e86577bbe8_1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2"/>
        <p:cNvGrpSpPr/>
        <p:nvPr/>
      </p:nvGrpSpPr>
      <p:grpSpPr>
        <a:xfrm>
          <a:off x="0" y="0"/>
          <a:ext cx="0" cy="0"/>
          <a:chOff x="0" y="0"/>
          <a:chExt cx="0" cy="0"/>
        </a:xfrm>
      </p:grpSpPr>
      <p:sp>
        <p:nvSpPr>
          <p:cNvPr id="1323" name="Google Shape;1323;g1e86577bbe8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4" name="Google Shape;1324;g1e86577bbe8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41733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1e86577bbe8_1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1e86577bbe8_1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4"/>
        <p:cNvGrpSpPr/>
        <p:nvPr/>
      </p:nvGrpSpPr>
      <p:grpSpPr>
        <a:xfrm>
          <a:off x="0" y="0"/>
          <a:ext cx="0" cy="0"/>
          <a:chOff x="0" y="0"/>
          <a:chExt cx="0" cy="0"/>
        </a:xfrm>
      </p:grpSpPr>
      <p:sp>
        <p:nvSpPr>
          <p:cNvPr id="1695" name="Google Shape;1695;g1e86577bbe8_1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6" name="Google Shape;1696;g1e86577bbe8_1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8146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9"/>
        <p:cNvGrpSpPr/>
        <p:nvPr/>
      </p:nvGrpSpPr>
      <p:grpSpPr>
        <a:xfrm>
          <a:off x="0" y="0"/>
          <a:ext cx="0" cy="0"/>
          <a:chOff x="0" y="0"/>
          <a:chExt cx="0" cy="0"/>
        </a:xfrm>
      </p:grpSpPr>
      <p:sp>
        <p:nvSpPr>
          <p:cNvPr id="1810" name="Google Shape;1810;g1e86577bbe8_1_28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1" name="Google Shape;1811;g1e86577bbe8_1_28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3424" y="-93100"/>
            <a:ext cx="8497153" cy="5311500"/>
            <a:chOff x="312900" y="-93100"/>
            <a:chExt cx="8578650" cy="5311500"/>
          </a:xfrm>
        </p:grpSpPr>
        <p:cxnSp>
          <p:nvCxnSpPr>
            <p:cNvPr id="10" name="Google Shape;10;p2"/>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 name="Google Shape;11;p2"/>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 name="Google Shape;12;p2"/>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3" name="Google Shape;13;p2"/>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 name="Google Shape;14;p2"/>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 name="Google Shape;15;p2"/>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6" name="Google Shape;16;p2"/>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7" name="Google Shape;17;p2"/>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8" name="Google Shape;18;p2"/>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9" name="Google Shape;19;p2"/>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0" name="Google Shape;20;p2"/>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1" name="Google Shape;21;p2"/>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 name="Google Shape;22;p2"/>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 name="Google Shape;23;p2"/>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 name="Google Shape;24;p2"/>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5" name="Google Shape;25;p2"/>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6" name="Google Shape;26;p2"/>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 name="Google Shape;27;p2"/>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 name="Google Shape;28;p2"/>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9" name="Google Shape;29;p2"/>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0" name="Google Shape;30;p2"/>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 name="Google Shape;31;p2"/>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 name="Google Shape;32;p2"/>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33" name="Google Shape;33;p2"/>
          <p:cNvSpPr txBox="1">
            <a:spLocks noGrp="1"/>
          </p:cNvSpPr>
          <p:nvPr>
            <p:ph type="ctrTitle"/>
          </p:nvPr>
        </p:nvSpPr>
        <p:spPr>
          <a:xfrm>
            <a:off x="1831350" y="1264575"/>
            <a:ext cx="5481300" cy="19209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191919"/>
              </a:buClr>
              <a:buSzPts val="5200"/>
              <a:buNone/>
              <a:defRPr sz="55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34" name="Google Shape;34;p2"/>
          <p:cNvSpPr txBox="1">
            <a:spLocks noGrp="1"/>
          </p:cNvSpPr>
          <p:nvPr>
            <p:ph type="subTitle" idx="1"/>
          </p:nvPr>
        </p:nvSpPr>
        <p:spPr>
          <a:xfrm>
            <a:off x="1831350" y="3185387"/>
            <a:ext cx="5481300" cy="475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35" name="Google Shape;35;p2"/>
          <p:cNvGrpSpPr/>
          <p:nvPr/>
        </p:nvGrpSpPr>
        <p:grpSpPr>
          <a:xfrm>
            <a:off x="-519750" y="-741612"/>
            <a:ext cx="10369825" cy="6798813"/>
            <a:chOff x="-519750" y="-741612"/>
            <a:chExt cx="10369825" cy="6798813"/>
          </a:xfrm>
        </p:grpSpPr>
        <p:sp>
          <p:nvSpPr>
            <p:cNvPr id="36" name="Google Shape;36;p2"/>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 name="Google Shape;37;p2"/>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38" name="Google Shape;38;p2"/>
          <p:cNvGrpSpPr/>
          <p:nvPr/>
        </p:nvGrpSpPr>
        <p:grpSpPr>
          <a:xfrm>
            <a:off x="-4756678" y="-1087025"/>
            <a:ext cx="8220278" cy="2682675"/>
            <a:chOff x="-4756678" y="-1087025"/>
            <a:chExt cx="8220278" cy="2682675"/>
          </a:xfrm>
        </p:grpSpPr>
        <p:sp>
          <p:nvSpPr>
            <p:cNvPr id="39" name="Google Shape;39;p2"/>
            <p:cNvSpPr/>
            <p:nvPr/>
          </p:nvSpPr>
          <p:spPr>
            <a:xfrm rot="10800000">
              <a:off x="-470025" y="78355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0" name="Google Shape;40;p2"/>
            <p:cNvSpPr/>
            <p:nvPr/>
          </p:nvSpPr>
          <p:spPr>
            <a:xfrm>
              <a:off x="-4756678" y="-10870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1" name="Google Shape;41;p2"/>
            <p:cNvSpPr/>
            <p:nvPr/>
          </p:nvSpPr>
          <p:spPr>
            <a:xfrm>
              <a:off x="2734300" y="-426750"/>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2" name="Google Shape;42;p2"/>
            <p:cNvSpPr/>
            <p:nvPr/>
          </p:nvSpPr>
          <p:spPr>
            <a:xfrm>
              <a:off x="2038650" y="189700"/>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3" name="Google Shape;43;p2"/>
            <p:cNvSpPr/>
            <p:nvPr/>
          </p:nvSpPr>
          <p:spPr>
            <a:xfrm>
              <a:off x="1592000" y="314200"/>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4" name="Google Shape;44;p2"/>
            <p:cNvSpPr/>
            <p:nvPr/>
          </p:nvSpPr>
          <p:spPr>
            <a:xfrm>
              <a:off x="194125" y="143399"/>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45" name="Google Shape;45;p2"/>
            <p:cNvSpPr/>
            <p:nvPr/>
          </p:nvSpPr>
          <p:spPr>
            <a:xfrm>
              <a:off x="1298000" y="5394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46" name="Google Shape;46;p2"/>
          <p:cNvGrpSpPr/>
          <p:nvPr/>
        </p:nvGrpSpPr>
        <p:grpSpPr>
          <a:xfrm>
            <a:off x="5224575" y="3680900"/>
            <a:ext cx="8332272" cy="2641425"/>
            <a:chOff x="5224575" y="3680900"/>
            <a:chExt cx="8332272" cy="2641425"/>
          </a:xfrm>
        </p:grpSpPr>
        <p:sp>
          <p:nvSpPr>
            <p:cNvPr id="47" name="Google Shape;47;p2"/>
            <p:cNvSpPr/>
            <p:nvPr/>
          </p:nvSpPr>
          <p:spPr>
            <a:xfrm>
              <a:off x="8699850" y="368090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8" name="Google Shape;48;p2"/>
            <p:cNvSpPr/>
            <p:nvPr/>
          </p:nvSpPr>
          <p:spPr>
            <a:xfrm>
              <a:off x="5638947" y="44014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9" name="Google Shape;49;p2"/>
            <p:cNvSpPr/>
            <p:nvPr/>
          </p:nvSpPr>
          <p:spPr>
            <a:xfrm>
              <a:off x="6552925" y="46964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50" name="Google Shape;50;p2"/>
            <p:cNvSpPr/>
            <p:nvPr/>
          </p:nvSpPr>
          <p:spPr>
            <a:xfrm>
              <a:off x="5224575" y="47686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1" name="Google Shape;51;p2"/>
            <p:cNvSpPr/>
            <p:nvPr/>
          </p:nvSpPr>
          <p:spPr>
            <a:xfrm>
              <a:off x="8080975" y="46964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2" name="Google Shape;52;p2"/>
            <p:cNvSpPr/>
            <p:nvPr/>
          </p:nvSpPr>
          <p:spPr>
            <a:xfrm>
              <a:off x="7627800" y="49860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 name="Google Shape;53;p2"/>
            <p:cNvSpPr/>
            <p:nvPr/>
          </p:nvSpPr>
          <p:spPr>
            <a:xfrm>
              <a:off x="8758950" y="46964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4"/>
        <p:cNvGrpSpPr/>
        <p:nvPr/>
      </p:nvGrpSpPr>
      <p:grpSpPr>
        <a:xfrm>
          <a:off x="0" y="0"/>
          <a:ext cx="0" cy="0"/>
          <a:chOff x="0" y="0"/>
          <a:chExt cx="0" cy="0"/>
        </a:xfrm>
      </p:grpSpPr>
      <p:grpSp>
        <p:nvGrpSpPr>
          <p:cNvPr id="55" name="Google Shape;55;p3"/>
          <p:cNvGrpSpPr/>
          <p:nvPr/>
        </p:nvGrpSpPr>
        <p:grpSpPr>
          <a:xfrm>
            <a:off x="323424" y="-93100"/>
            <a:ext cx="8497153" cy="5311500"/>
            <a:chOff x="312900" y="-93100"/>
            <a:chExt cx="8578650" cy="5311500"/>
          </a:xfrm>
        </p:grpSpPr>
        <p:cxnSp>
          <p:nvCxnSpPr>
            <p:cNvPr id="56" name="Google Shape;56;p3"/>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57;p3"/>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 name="Google Shape;58;p3"/>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 name="Google Shape;59;p3"/>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0" name="Google Shape;60;p3"/>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1" name="Google Shape;61;p3"/>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2" name="Google Shape;62;p3"/>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3" name="Google Shape;63;p3"/>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4" name="Google Shape;64;p3"/>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5" name="Google Shape;65;p3"/>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6" name="Google Shape;66;p3"/>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7" name="Google Shape;67;p3"/>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8" name="Google Shape;68;p3"/>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9" name="Google Shape;69;p3"/>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0" name="Google Shape;70;p3"/>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1" name="Google Shape;71;p3"/>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2" name="Google Shape;72;p3"/>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3" name="Google Shape;73;p3"/>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4" name="Google Shape;74;p3"/>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5" name="Google Shape;75;p3"/>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6" name="Google Shape;76;p3"/>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7" name="Google Shape;77;p3"/>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78" name="Google Shape;78;p3"/>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79" name="Google Shape;79;p3"/>
          <p:cNvSpPr txBox="1">
            <a:spLocks noGrp="1"/>
          </p:cNvSpPr>
          <p:nvPr>
            <p:ph type="title"/>
          </p:nvPr>
        </p:nvSpPr>
        <p:spPr>
          <a:xfrm>
            <a:off x="2038200" y="2348131"/>
            <a:ext cx="50676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0" name="Google Shape;80;p3"/>
          <p:cNvSpPr txBox="1">
            <a:spLocks noGrp="1"/>
          </p:cNvSpPr>
          <p:nvPr>
            <p:ph type="title" idx="2" hasCustomPrompt="1"/>
          </p:nvPr>
        </p:nvSpPr>
        <p:spPr>
          <a:xfrm>
            <a:off x="3917750" y="1455231"/>
            <a:ext cx="1308600" cy="960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1" name="Google Shape;81;p3"/>
          <p:cNvSpPr txBox="1">
            <a:spLocks noGrp="1"/>
          </p:cNvSpPr>
          <p:nvPr>
            <p:ph type="subTitle" idx="1"/>
          </p:nvPr>
        </p:nvSpPr>
        <p:spPr>
          <a:xfrm>
            <a:off x="2038200" y="3080481"/>
            <a:ext cx="5067600" cy="37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82" name="Google Shape;82;p3"/>
          <p:cNvGrpSpPr/>
          <p:nvPr/>
        </p:nvGrpSpPr>
        <p:grpSpPr>
          <a:xfrm rot="10800000" flipH="1">
            <a:off x="-519750" y="-821900"/>
            <a:ext cx="10369825" cy="6798813"/>
            <a:chOff x="-519750" y="-741612"/>
            <a:chExt cx="10369825" cy="6798813"/>
          </a:xfrm>
        </p:grpSpPr>
        <p:sp>
          <p:nvSpPr>
            <p:cNvPr id="83" name="Google Shape;83;p3"/>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4" name="Google Shape;84;p3"/>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85" name="Google Shape;85;p3"/>
          <p:cNvGrpSpPr/>
          <p:nvPr/>
        </p:nvGrpSpPr>
        <p:grpSpPr>
          <a:xfrm rot="10800000" flipH="1">
            <a:off x="-4756678" y="3639650"/>
            <a:ext cx="8220278" cy="2682675"/>
            <a:chOff x="-4756678" y="-1087025"/>
            <a:chExt cx="8220278" cy="2682675"/>
          </a:xfrm>
        </p:grpSpPr>
        <p:sp>
          <p:nvSpPr>
            <p:cNvPr id="86" name="Google Shape;86;p3"/>
            <p:cNvSpPr/>
            <p:nvPr/>
          </p:nvSpPr>
          <p:spPr>
            <a:xfrm rot="10800000">
              <a:off x="-470025" y="78355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7" name="Google Shape;87;p3"/>
            <p:cNvSpPr/>
            <p:nvPr/>
          </p:nvSpPr>
          <p:spPr>
            <a:xfrm>
              <a:off x="-4756678" y="-10870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8" name="Google Shape;88;p3"/>
            <p:cNvSpPr/>
            <p:nvPr/>
          </p:nvSpPr>
          <p:spPr>
            <a:xfrm>
              <a:off x="2734300" y="-426750"/>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9" name="Google Shape;89;p3"/>
            <p:cNvSpPr/>
            <p:nvPr/>
          </p:nvSpPr>
          <p:spPr>
            <a:xfrm>
              <a:off x="2038650" y="189700"/>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0" name="Google Shape;90;p3"/>
            <p:cNvSpPr/>
            <p:nvPr/>
          </p:nvSpPr>
          <p:spPr>
            <a:xfrm>
              <a:off x="1592000" y="314200"/>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1" name="Google Shape;91;p3"/>
            <p:cNvSpPr/>
            <p:nvPr/>
          </p:nvSpPr>
          <p:spPr>
            <a:xfrm>
              <a:off x="194125" y="143399"/>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92" name="Google Shape;92;p3"/>
            <p:cNvSpPr/>
            <p:nvPr/>
          </p:nvSpPr>
          <p:spPr>
            <a:xfrm>
              <a:off x="1298000" y="5394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93" name="Google Shape;93;p3"/>
          <p:cNvGrpSpPr/>
          <p:nvPr/>
        </p:nvGrpSpPr>
        <p:grpSpPr>
          <a:xfrm rot="10800000" flipH="1">
            <a:off x="5224575" y="-1087025"/>
            <a:ext cx="8332272" cy="2641425"/>
            <a:chOff x="5224575" y="3680900"/>
            <a:chExt cx="8332272" cy="2641425"/>
          </a:xfrm>
        </p:grpSpPr>
        <p:sp>
          <p:nvSpPr>
            <p:cNvPr id="94" name="Google Shape;94;p3"/>
            <p:cNvSpPr/>
            <p:nvPr/>
          </p:nvSpPr>
          <p:spPr>
            <a:xfrm>
              <a:off x="8699850" y="368090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5" name="Google Shape;95;p3"/>
            <p:cNvSpPr/>
            <p:nvPr/>
          </p:nvSpPr>
          <p:spPr>
            <a:xfrm>
              <a:off x="5638947" y="44014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6" name="Google Shape;96;p3"/>
            <p:cNvSpPr/>
            <p:nvPr/>
          </p:nvSpPr>
          <p:spPr>
            <a:xfrm>
              <a:off x="6552925" y="46964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97" name="Google Shape;97;p3"/>
            <p:cNvSpPr/>
            <p:nvPr/>
          </p:nvSpPr>
          <p:spPr>
            <a:xfrm>
              <a:off x="5224575" y="47686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8" name="Google Shape;98;p3"/>
            <p:cNvSpPr/>
            <p:nvPr/>
          </p:nvSpPr>
          <p:spPr>
            <a:xfrm>
              <a:off x="8080975" y="46964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9" name="Google Shape;99;p3"/>
            <p:cNvSpPr/>
            <p:nvPr/>
          </p:nvSpPr>
          <p:spPr>
            <a:xfrm>
              <a:off x="7627800" y="49860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00" name="Google Shape;100;p3"/>
            <p:cNvSpPr/>
            <p:nvPr/>
          </p:nvSpPr>
          <p:spPr>
            <a:xfrm>
              <a:off x="8758950" y="46964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1"/>
        <p:cNvGrpSpPr/>
        <p:nvPr/>
      </p:nvGrpSpPr>
      <p:grpSpPr>
        <a:xfrm>
          <a:off x="0" y="0"/>
          <a:ext cx="0" cy="0"/>
          <a:chOff x="0" y="0"/>
          <a:chExt cx="0" cy="0"/>
        </a:xfrm>
      </p:grpSpPr>
      <p:grpSp>
        <p:nvGrpSpPr>
          <p:cNvPr id="102" name="Google Shape;102;p4"/>
          <p:cNvGrpSpPr/>
          <p:nvPr/>
        </p:nvGrpSpPr>
        <p:grpSpPr>
          <a:xfrm>
            <a:off x="323424" y="-93100"/>
            <a:ext cx="8497153" cy="5311500"/>
            <a:chOff x="312900" y="-93100"/>
            <a:chExt cx="8578650" cy="5311500"/>
          </a:xfrm>
        </p:grpSpPr>
        <p:cxnSp>
          <p:nvCxnSpPr>
            <p:cNvPr id="103" name="Google Shape;103;p4"/>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4" name="Google Shape;104;p4"/>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5" name="Google Shape;105;p4"/>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6" name="Google Shape;106;p4"/>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7" name="Google Shape;107;p4"/>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8" name="Google Shape;108;p4"/>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9" name="Google Shape;109;p4"/>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 name="Google Shape;110;p4"/>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 name="Google Shape;111;p4"/>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2" name="Google Shape;112;p4"/>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3" name="Google Shape;113;p4"/>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4" name="Google Shape;114;p4"/>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 name="Google Shape;115;p4"/>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 name="Google Shape;116;p4"/>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7" name="Google Shape;117;p4"/>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8" name="Google Shape;118;p4"/>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 name="Google Shape;119;p4"/>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 name="Google Shape;120;p4"/>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1" name="Google Shape;121;p4"/>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2" name="Google Shape;122;p4"/>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3" name="Google Shape;123;p4"/>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4" name="Google Shape;124;p4"/>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5" name="Google Shape;125;p4"/>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126" name="Google Shape;1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7" name="Google Shape;127;p4"/>
          <p:cNvSpPr txBox="1">
            <a:spLocks noGrp="1"/>
          </p:cNvSpPr>
          <p:nvPr>
            <p:ph type="body" idx="1"/>
          </p:nvPr>
        </p:nvSpPr>
        <p:spPr>
          <a:xfrm>
            <a:off x="720000" y="1215751"/>
            <a:ext cx="7704000" cy="3720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128" name="Google Shape;128;p4"/>
          <p:cNvGrpSpPr/>
          <p:nvPr/>
        </p:nvGrpSpPr>
        <p:grpSpPr>
          <a:xfrm>
            <a:off x="-922550" y="-237460"/>
            <a:ext cx="10609700" cy="6467463"/>
            <a:chOff x="-922550" y="-237460"/>
            <a:chExt cx="10609700" cy="6467463"/>
          </a:xfrm>
        </p:grpSpPr>
        <p:sp>
          <p:nvSpPr>
            <p:cNvPr id="129" name="Google Shape;129;p4"/>
            <p:cNvSpPr/>
            <p:nvPr/>
          </p:nvSpPr>
          <p:spPr>
            <a:xfrm rot="10800000" flipH="1">
              <a:off x="8060850" y="460400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30" name="Google Shape;130;p4"/>
            <p:cNvSpPr/>
            <p:nvPr/>
          </p:nvSpPr>
          <p:spPr>
            <a:xfrm rot="10800000" flipH="1">
              <a:off x="-922550" y="-23746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131" name="Google Shape;131;p4"/>
          <p:cNvSpPr/>
          <p:nvPr/>
        </p:nvSpPr>
        <p:spPr>
          <a:xfrm rot="1350516" flipH="1">
            <a:off x="243823" y="4330593"/>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132" name="Google Shape;132;p4"/>
          <p:cNvGrpSpPr/>
          <p:nvPr/>
        </p:nvGrpSpPr>
        <p:grpSpPr>
          <a:xfrm>
            <a:off x="7733161" y="-3510025"/>
            <a:ext cx="2049576" cy="6594000"/>
            <a:chOff x="7733161" y="-3510025"/>
            <a:chExt cx="2049576" cy="6594000"/>
          </a:xfrm>
        </p:grpSpPr>
        <p:sp>
          <p:nvSpPr>
            <p:cNvPr id="133" name="Google Shape;133;p4"/>
            <p:cNvSpPr/>
            <p:nvPr/>
          </p:nvSpPr>
          <p:spPr>
            <a:xfrm rot="5400000" flipH="1">
              <a:off x="5685937" y="-1012825"/>
              <a:ext cx="6594000" cy="1599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34" name="Google Shape;134;p4"/>
            <p:cNvSpPr/>
            <p:nvPr/>
          </p:nvSpPr>
          <p:spPr>
            <a:xfrm rot="5400000" flipH="1">
              <a:off x="7733161" y="-482302"/>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35" name="Google Shape;135;p4"/>
            <p:cNvSpPr/>
            <p:nvPr/>
          </p:nvSpPr>
          <p:spPr>
            <a:xfrm rot="5400000" flipH="1">
              <a:off x="8699111" y="1166048"/>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36" name="Google Shape;136;p4"/>
            <p:cNvSpPr/>
            <p:nvPr/>
          </p:nvSpPr>
          <p:spPr>
            <a:xfrm rot="5400000" flipH="1">
              <a:off x="8682586" y="1768823"/>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37" name="Google Shape;137;p4"/>
            <p:cNvSpPr/>
            <p:nvPr/>
          </p:nvSpPr>
          <p:spPr>
            <a:xfrm rot="5400000" flipH="1">
              <a:off x="8481446" y="2349058"/>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38" name="Google Shape;138;p4"/>
            <p:cNvSpPr/>
            <p:nvPr/>
          </p:nvSpPr>
          <p:spPr>
            <a:xfrm rot="5400000" flipH="1">
              <a:off x="8682573" y="89837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39" name="Google Shape;139;p4"/>
            <p:cNvSpPr/>
            <p:nvPr/>
          </p:nvSpPr>
          <p:spPr>
            <a:xfrm rot="5400000" flipH="1">
              <a:off x="8775311" y="55948"/>
              <a:ext cx="729300" cy="729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0"/>
        <p:cNvGrpSpPr/>
        <p:nvPr/>
      </p:nvGrpSpPr>
      <p:grpSpPr>
        <a:xfrm>
          <a:off x="0" y="0"/>
          <a:ext cx="0" cy="0"/>
          <a:chOff x="0" y="0"/>
          <a:chExt cx="0" cy="0"/>
        </a:xfrm>
      </p:grpSpPr>
      <p:grpSp>
        <p:nvGrpSpPr>
          <p:cNvPr id="141" name="Google Shape;141;p5"/>
          <p:cNvGrpSpPr/>
          <p:nvPr/>
        </p:nvGrpSpPr>
        <p:grpSpPr>
          <a:xfrm>
            <a:off x="323424" y="-93100"/>
            <a:ext cx="8497153" cy="5311500"/>
            <a:chOff x="312900" y="-93100"/>
            <a:chExt cx="8578650" cy="5311500"/>
          </a:xfrm>
        </p:grpSpPr>
        <p:cxnSp>
          <p:nvCxnSpPr>
            <p:cNvPr id="142" name="Google Shape;142;p5"/>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3" name="Google Shape;143;p5"/>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4" name="Google Shape;144;p5"/>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5" name="Google Shape;145;p5"/>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6" name="Google Shape;146;p5"/>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7" name="Google Shape;147;p5"/>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8" name="Google Shape;148;p5"/>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49" name="Google Shape;149;p5"/>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0" name="Google Shape;150;p5"/>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1" name="Google Shape;151;p5"/>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2" name="Google Shape;152;p5"/>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3" name="Google Shape;153;p5"/>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4" name="Google Shape;154;p5"/>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5" name="Google Shape;155;p5"/>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6" name="Google Shape;156;p5"/>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7" name="Google Shape;157;p5"/>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8" name="Google Shape;158;p5"/>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59" name="Google Shape;159;p5"/>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60" name="Google Shape;160;p5"/>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61" name="Google Shape;161;p5"/>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62" name="Google Shape;162;p5"/>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63" name="Google Shape;163;p5"/>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64" name="Google Shape;164;p5"/>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165" name="Google Shape;16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6" name="Google Shape;166;p5"/>
          <p:cNvSpPr txBox="1">
            <a:spLocks noGrp="1"/>
          </p:cNvSpPr>
          <p:nvPr>
            <p:ph type="subTitle" idx="1"/>
          </p:nvPr>
        </p:nvSpPr>
        <p:spPr>
          <a:xfrm>
            <a:off x="5055192" y="360874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7" name="Google Shape;167;p5"/>
          <p:cNvSpPr txBox="1">
            <a:spLocks noGrp="1"/>
          </p:cNvSpPr>
          <p:nvPr>
            <p:ph type="subTitle" idx="2"/>
          </p:nvPr>
        </p:nvSpPr>
        <p:spPr>
          <a:xfrm>
            <a:off x="1583208" y="1627549"/>
            <a:ext cx="2505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5"/>
          <p:cNvSpPr txBox="1">
            <a:spLocks noGrp="1"/>
          </p:cNvSpPr>
          <p:nvPr>
            <p:ph type="subTitle" idx="3"/>
          </p:nvPr>
        </p:nvSpPr>
        <p:spPr>
          <a:xfrm>
            <a:off x="5055183" y="33007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Lexend SemiBold"/>
              <a:buNone/>
              <a:defRPr sz="1800" b="1">
                <a:solidFill>
                  <a:schemeClr val="dk1"/>
                </a:solidFill>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169" name="Google Shape;169;p5"/>
          <p:cNvSpPr txBox="1">
            <a:spLocks noGrp="1"/>
          </p:cNvSpPr>
          <p:nvPr>
            <p:ph type="subTitle" idx="4"/>
          </p:nvPr>
        </p:nvSpPr>
        <p:spPr>
          <a:xfrm>
            <a:off x="1583208" y="13195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Lexend SemiBold"/>
              <a:buNone/>
              <a:defRPr sz="1800" b="1">
                <a:solidFill>
                  <a:schemeClr val="dk1"/>
                </a:solidFill>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grpSp>
        <p:nvGrpSpPr>
          <p:cNvPr id="170" name="Google Shape;170;p5"/>
          <p:cNvGrpSpPr/>
          <p:nvPr/>
        </p:nvGrpSpPr>
        <p:grpSpPr>
          <a:xfrm>
            <a:off x="-500695" y="-741612"/>
            <a:ext cx="10369825" cy="6798813"/>
            <a:chOff x="-519750" y="-741612"/>
            <a:chExt cx="10369825" cy="6798813"/>
          </a:xfrm>
        </p:grpSpPr>
        <p:sp>
          <p:nvSpPr>
            <p:cNvPr id="171" name="Google Shape;171;p5"/>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72" name="Google Shape;172;p5"/>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173" name="Google Shape;173;p5"/>
          <p:cNvGrpSpPr/>
          <p:nvPr/>
        </p:nvGrpSpPr>
        <p:grpSpPr>
          <a:xfrm flipH="1">
            <a:off x="4129150" y="4604000"/>
            <a:ext cx="5948400" cy="1443000"/>
            <a:chOff x="-877326" y="4604000"/>
            <a:chExt cx="5948400" cy="1443000"/>
          </a:xfrm>
        </p:grpSpPr>
        <p:sp>
          <p:nvSpPr>
            <p:cNvPr id="174" name="Google Shape;174;p5"/>
            <p:cNvSpPr/>
            <p:nvPr/>
          </p:nvSpPr>
          <p:spPr>
            <a:xfrm flipH="1">
              <a:off x="-877326" y="4604000"/>
              <a:ext cx="5948400" cy="14430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75" name="Google Shape;175;p5"/>
            <p:cNvSpPr/>
            <p:nvPr/>
          </p:nvSpPr>
          <p:spPr>
            <a:xfrm flipH="1">
              <a:off x="2990613"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76" name="Google Shape;176;p5"/>
            <p:cNvSpPr/>
            <p:nvPr/>
          </p:nvSpPr>
          <p:spPr>
            <a:xfrm flipH="1">
              <a:off x="4003069" y="48617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77" name="Google Shape;177;p5"/>
            <p:cNvSpPr/>
            <p:nvPr/>
          </p:nvSpPr>
          <p:spPr>
            <a:xfrm flipH="1">
              <a:off x="2033631" y="47210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78" name="Google Shape;178;p5"/>
            <p:cNvSpPr/>
            <p:nvPr/>
          </p:nvSpPr>
          <p:spPr>
            <a:xfrm flipH="1">
              <a:off x="2644944" y="497001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79" name="Google Shape;179;p5"/>
            <p:cNvSpPr/>
            <p:nvPr/>
          </p:nvSpPr>
          <p:spPr>
            <a:xfrm flipH="1">
              <a:off x="1671319" y="47711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80" name="Google Shape;180;p5"/>
            <p:cNvSpPr/>
            <p:nvPr/>
          </p:nvSpPr>
          <p:spPr>
            <a:xfrm flipH="1">
              <a:off x="508726"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grpSp>
      <p:grpSp>
        <p:nvGrpSpPr>
          <p:cNvPr id="181" name="Google Shape;181;p5"/>
          <p:cNvGrpSpPr/>
          <p:nvPr/>
        </p:nvGrpSpPr>
        <p:grpSpPr>
          <a:xfrm flipH="1">
            <a:off x="-648726" y="539502"/>
            <a:ext cx="10399591" cy="4322141"/>
            <a:chOff x="-550641" y="539502"/>
            <a:chExt cx="10399591" cy="4322141"/>
          </a:xfrm>
        </p:grpSpPr>
        <p:sp>
          <p:nvSpPr>
            <p:cNvPr id="182" name="Google Shape;182;p5"/>
            <p:cNvSpPr/>
            <p:nvPr/>
          </p:nvSpPr>
          <p:spPr>
            <a:xfrm rot="2452041" flipH="1">
              <a:off x="8758748" y="747735"/>
              <a:ext cx="939004" cy="812034"/>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83" name="Google Shape;183;p5"/>
            <p:cNvSpPr/>
            <p:nvPr/>
          </p:nvSpPr>
          <p:spPr>
            <a:xfrm rot="-1478454" flipH="1">
              <a:off x="-424045" y="3890887"/>
              <a:ext cx="939007" cy="812011"/>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1"/>
        <p:cNvGrpSpPr/>
        <p:nvPr/>
      </p:nvGrpSpPr>
      <p:grpSpPr>
        <a:xfrm>
          <a:off x="0" y="0"/>
          <a:ext cx="0" cy="0"/>
          <a:chOff x="0" y="0"/>
          <a:chExt cx="0" cy="0"/>
        </a:xfrm>
      </p:grpSpPr>
      <p:grpSp>
        <p:nvGrpSpPr>
          <p:cNvPr id="222" name="Google Shape;222;p7"/>
          <p:cNvGrpSpPr/>
          <p:nvPr/>
        </p:nvGrpSpPr>
        <p:grpSpPr>
          <a:xfrm>
            <a:off x="323424" y="-93100"/>
            <a:ext cx="8497153" cy="5311500"/>
            <a:chOff x="312900" y="-93100"/>
            <a:chExt cx="8578650" cy="5311500"/>
          </a:xfrm>
        </p:grpSpPr>
        <p:cxnSp>
          <p:nvCxnSpPr>
            <p:cNvPr id="223" name="Google Shape;223;p7"/>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4" name="Google Shape;224;p7"/>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5" name="Google Shape;225;p7"/>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6" name="Google Shape;226;p7"/>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7" name="Google Shape;227;p7"/>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8" name="Google Shape;228;p7"/>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29" name="Google Shape;229;p7"/>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0" name="Google Shape;230;p7"/>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1" name="Google Shape;231;p7"/>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2" name="Google Shape;232;p7"/>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3" name="Google Shape;233;p7"/>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4" name="Google Shape;234;p7"/>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5" name="Google Shape;235;p7"/>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6" name="Google Shape;236;p7"/>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7" name="Google Shape;237;p7"/>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8" name="Google Shape;238;p7"/>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39" name="Google Shape;239;p7"/>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0" name="Google Shape;240;p7"/>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1" name="Google Shape;241;p7"/>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2" name="Google Shape;242;p7"/>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3" name="Google Shape;243;p7"/>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4" name="Google Shape;244;p7"/>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45" name="Google Shape;245;p7"/>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246" name="Google Shape;246;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7" name="Google Shape;247;p7"/>
          <p:cNvSpPr txBox="1">
            <a:spLocks noGrp="1"/>
          </p:cNvSpPr>
          <p:nvPr>
            <p:ph type="subTitle" idx="1"/>
          </p:nvPr>
        </p:nvSpPr>
        <p:spPr>
          <a:xfrm>
            <a:off x="2424600" y="1839000"/>
            <a:ext cx="4294800" cy="195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sz="14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200"/>
              <a:buFont typeface="Nunito Light"/>
              <a:buChar char="○"/>
              <a:defRPr/>
            </a:lvl5pPr>
            <a:lvl6pPr lvl="5" algn="ctr" rtl="0">
              <a:lnSpc>
                <a:spcPct val="100000"/>
              </a:lnSpc>
              <a:spcBef>
                <a:spcPts val="1600"/>
              </a:spcBef>
              <a:spcAft>
                <a:spcPts val="0"/>
              </a:spcAft>
              <a:buClr>
                <a:srgbClr val="999999"/>
              </a:buClr>
              <a:buSzPts val="12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200"/>
              <a:buFont typeface="Nunito Light"/>
              <a:buChar char="■"/>
              <a:defRPr/>
            </a:lvl9pPr>
          </a:lstStyle>
          <a:p>
            <a:endParaRPr/>
          </a:p>
        </p:txBody>
      </p:sp>
      <p:grpSp>
        <p:nvGrpSpPr>
          <p:cNvPr id="248" name="Google Shape;248;p7"/>
          <p:cNvGrpSpPr/>
          <p:nvPr/>
        </p:nvGrpSpPr>
        <p:grpSpPr>
          <a:xfrm flipH="1">
            <a:off x="3779056" y="-1351212"/>
            <a:ext cx="5998063" cy="7408413"/>
            <a:chOff x="-519750" y="-1351212"/>
            <a:chExt cx="5998063" cy="7408413"/>
          </a:xfrm>
        </p:grpSpPr>
        <p:sp>
          <p:nvSpPr>
            <p:cNvPr id="249" name="Google Shape;249;p7"/>
            <p:cNvSpPr/>
            <p:nvPr/>
          </p:nvSpPr>
          <p:spPr>
            <a:xfrm>
              <a:off x="3852013" y="-13512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50" name="Google Shape;250;p7"/>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251" name="Google Shape;251;p7"/>
          <p:cNvGrpSpPr/>
          <p:nvPr/>
        </p:nvGrpSpPr>
        <p:grpSpPr>
          <a:xfrm>
            <a:off x="-801126" y="4604000"/>
            <a:ext cx="5948400" cy="1443000"/>
            <a:chOff x="-877326" y="4604000"/>
            <a:chExt cx="5948400" cy="1443000"/>
          </a:xfrm>
        </p:grpSpPr>
        <p:sp>
          <p:nvSpPr>
            <p:cNvPr id="252" name="Google Shape;252;p7"/>
            <p:cNvSpPr/>
            <p:nvPr/>
          </p:nvSpPr>
          <p:spPr>
            <a:xfrm flipH="1">
              <a:off x="-877326" y="4604000"/>
              <a:ext cx="5948400" cy="14430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53" name="Google Shape;253;p7"/>
            <p:cNvSpPr/>
            <p:nvPr/>
          </p:nvSpPr>
          <p:spPr>
            <a:xfrm flipH="1">
              <a:off x="2990613"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254" name="Google Shape;254;p7"/>
            <p:cNvSpPr/>
            <p:nvPr/>
          </p:nvSpPr>
          <p:spPr>
            <a:xfrm flipH="1">
              <a:off x="4003069" y="48617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55" name="Google Shape;255;p7"/>
            <p:cNvSpPr/>
            <p:nvPr/>
          </p:nvSpPr>
          <p:spPr>
            <a:xfrm flipH="1">
              <a:off x="2033631" y="47210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56" name="Google Shape;256;p7"/>
            <p:cNvSpPr/>
            <p:nvPr/>
          </p:nvSpPr>
          <p:spPr>
            <a:xfrm flipH="1">
              <a:off x="2644944" y="497001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57" name="Google Shape;257;p7"/>
            <p:cNvSpPr/>
            <p:nvPr/>
          </p:nvSpPr>
          <p:spPr>
            <a:xfrm flipH="1">
              <a:off x="1671319" y="47711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58" name="Google Shape;258;p7"/>
            <p:cNvSpPr/>
            <p:nvPr/>
          </p:nvSpPr>
          <p:spPr>
            <a:xfrm flipH="1">
              <a:off x="508726"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grpSp>
      <p:grpSp>
        <p:nvGrpSpPr>
          <p:cNvPr id="259" name="Google Shape;259;p7"/>
          <p:cNvGrpSpPr/>
          <p:nvPr/>
        </p:nvGrpSpPr>
        <p:grpSpPr>
          <a:xfrm>
            <a:off x="-645441" y="539502"/>
            <a:ext cx="10570591" cy="2909666"/>
            <a:chOff x="-721641" y="539502"/>
            <a:chExt cx="10570591" cy="2909666"/>
          </a:xfrm>
        </p:grpSpPr>
        <p:sp>
          <p:nvSpPr>
            <p:cNvPr id="260" name="Google Shape;260;p7"/>
            <p:cNvSpPr/>
            <p:nvPr/>
          </p:nvSpPr>
          <p:spPr>
            <a:xfrm rot="2452041" flipH="1">
              <a:off x="8758748" y="747735"/>
              <a:ext cx="939004" cy="812034"/>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61" name="Google Shape;261;p7"/>
            <p:cNvSpPr/>
            <p:nvPr/>
          </p:nvSpPr>
          <p:spPr>
            <a:xfrm rot="-1478454" flipH="1">
              <a:off x="-595045" y="2478412"/>
              <a:ext cx="939007" cy="812011"/>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62"/>
        <p:cNvGrpSpPr/>
        <p:nvPr/>
      </p:nvGrpSpPr>
      <p:grpSpPr>
        <a:xfrm>
          <a:off x="0" y="0"/>
          <a:ext cx="0" cy="0"/>
          <a:chOff x="0" y="0"/>
          <a:chExt cx="0" cy="0"/>
        </a:xfrm>
      </p:grpSpPr>
      <p:grpSp>
        <p:nvGrpSpPr>
          <p:cNvPr id="263" name="Google Shape;263;p8"/>
          <p:cNvGrpSpPr/>
          <p:nvPr/>
        </p:nvGrpSpPr>
        <p:grpSpPr>
          <a:xfrm>
            <a:off x="323424" y="-93100"/>
            <a:ext cx="8497153" cy="5311500"/>
            <a:chOff x="312900" y="-93100"/>
            <a:chExt cx="8578650" cy="5311500"/>
          </a:xfrm>
        </p:grpSpPr>
        <p:cxnSp>
          <p:nvCxnSpPr>
            <p:cNvPr id="264" name="Google Shape;264;p8"/>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65" name="Google Shape;265;p8"/>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66" name="Google Shape;266;p8"/>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67" name="Google Shape;267;p8"/>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68" name="Google Shape;268;p8"/>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69" name="Google Shape;269;p8"/>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0" name="Google Shape;270;p8"/>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1" name="Google Shape;271;p8"/>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2" name="Google Shape;272;p8"/>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3" name="Google Shape;273;p8"/>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4" name="Google Shape;274;p8"/>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5" name="Google Shape;275;p8"/>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6" name="Google Shape;276;p8"/>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7" name="Google Shape;277;p8"/>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8" name="Google Shape;278;p8"/>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79" name="Google Shape;279;p8"/>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0" name="Google Shape;280;p8"/>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1" name="Google Shape;281;p8"/>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2" name="Google Shape;282;p8"/>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3" name="Google Shape;283;p8"/>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4" name="Google Shape;284;p8"/>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5" name="Google Shape;285;p8"/>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286" name="Google Shape;286;p8"/>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287" name="Google Shape;287;p8"/>
          <p:cNvSpPr txBox="1">
            <a:spLocks noGrp="1"/>
          </p:cNvSpPr>
          <p:nvPr>
            <p:ph type="title"/>
          </p:nvPr>
        </p:nvSpPr>
        <p:spPr>
          <a:xfrm>
            <a:off x="2478000" y="1552500"/>
            <a:ext cx="4188000" cy="20385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grpSp>
        <p:nvGrpSpPr>
          <p:cNvPr id="288" name="Google Shape;288;p8"/>
          <p:cNvGrpSpPr/>
          <p:nvPr/>
        </p:nvGrpSpPr>
        <p:grpSpPr>
          <a:xfrm>
            <a:off x="-519750" y="-741612"/>
            <a:ext cx="10369825" cy="6798813"/>
            <a:chOff x="-519750" y="-741612"/>
            <a:chExt cx="10369825" cy="6798813"/>
          </a:xfrm>
        </p:grpSpPr>
        <p:sp>
          <p:nvSpPr>
            <p:cNvPr id="289" name="Google Shape;289;p8"/>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90" name="Google Shape;290;p8"/>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291" name="Google Shape;291;p8"/>
          <p:cNvGrpSpPr/>
          <p:nvPr/>
        </p:nvGrpSpPr>
        <p:grpSpPr>
          <a:xfrm>
            <a:off x="-4756678" y="-1087025"/>
            <a:ext cx="8220278" cy="2682675"/>
            <a:chOff x="-4756678" y="-1087025"/>
            <a:chExt cx="8220278" cy="2682675"/>
          </a:xfrm>
        </p:grpSpPr>
        <p:sp>
          <p:nvSpPr>
            <p:cNvPr id="292" name="Google Shape;292;p8"/>
            <p:cNvSpPr/>
            <p:nvPr/>
          </p:nvSpPr>
          <p:spPr>
            <a:xfrm rot="10800000">
              <a:off x="-470025" y="78355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93" name="Google Shape;293;p8"/>
            <p:cNvSpPr/>
            <p:nvPr/>
          </p:nvSpPr>
          <p:spPr>
            <a:xfrm>
              <a:off x="-4756678" y="-10870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94" name="Google Shape;294;p8"/>
            <p:cNvSpPr/>
            <p:nvPr/>
          </p:nvSpPr>
          <p:spPr>
            <a:xfrm>
              <a:off x="2734300" y="-426750"/>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95" name="Google Shape;295;p8"/>
            <p:cNvSpPr/>
            <p:nvPr/>
          </p:nvSpPr>
          <p:spPr>
            <a:xfrm>
              <a:off x="2038650" y="189700"/>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96" name="Google Shape;296;p8"/>
            <p:cNvSpPr/>
            <p:nvPr/>
          </p:nvSpPr>
          <p:spPr>
            <a:xfrm>
              <a:off x="1592000" y="314200"/>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97" name="Google Shape;297;p8"/>
            <p:cNvSpPr/>
            <p:nvPr/>
          </p:nvSpPr>
          <p:spPr>
            <a:xfrm>
              <a:off x="194125" y="143399"/>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298" name="Google Shape;298;p8"/>
            <p:cNvSpPr/>
            <p:nvPr/>
          </p:nvSpPr>
          <p:spPr>
            <a:xfrm>
              <a:off x="1298000" y="5394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299" name="Google Shape;299;p8"/>
          <p:cNvGrpSpPr/>
          <p:nvPr/>
        </p:nvGrpSpPr>
        <p:grpSpPr>
          <a:xfrm>
            <a:off x="5224575" y="3680900"/>
            <a:ext cx="8332272" cy="2641425"/>
            <a:chOff x="5224575" y="3680900"/>
            <a:chExt cx="8332272" cy="2641425"/>
          </a:xfrm>
        </p:grpSpPr>
        <p:sp>
          <p:nvSpPr>
            <p:cNvPr id="300" name="Google Shape;300;p8"/>
            <p:cNvSpPr/>
            <p:nvPr/>
          </p:nvSpPr>
          <p:spPr>
            <a:xfrm>
              <a:off x="8699850" y="368090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01" name="Google Shape;301;p8"/>
            <p:cNvSpPr/>
            <p:nvPr/>
          </p:nvSpPr>
          <p:spPr>
            <a:xfrm>
              <a:off x="5638947" y="44014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02" name="Google Shape;302;p8"/>
            <p:cNvSpPr/>
            <p:nvPr/>
          </p:nvSpPr>
          <p:spPr>
            <a:xfrm>
              <a:off x="6552925" y="46964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303" name="Google Shape;303;p8"/>
            <p:cNvSpPr/>
            <p:nvPr/>
          </p:nvSpPr>
          <p:spPr>
            <a:xfrm>
              <a:off x="5224575" y="47686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04" name="Google Shape;304;p8"/>
            <p:cNvSpPr/>
            <p:nvPr/>
          </p:nvSpPr>
          <p:spPr>
            <a:xfrm>
              <a:off x="8080975" y="46964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05" name="Google Shape;305;p8"/>
            <p:cNvSpPr/>
            <p:nvPr/>
          </p:nvSpPr>
          <p:spPr>
            <a:xfrm>
              <a:off x="7627800" y="49860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06" name="Google Shape;306;p8"/>
            <p:cNvSpPr/>
            <p:nvPr/>
          </p:nvSpPr>
          <p:spPr>
            <a:xfrm>
              <a:off x="8758950" y="46964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7"/>
        <p:cNvGrpSpPr/>
        <p:nvPr/>
      </p:nvGrpSpPr>
      <p:grpSpPr>
        <a:xfrm>
          <a:off x="0" y="0"/>
          <a:ext cx="0" cy="0"/>
          <a:chOff x="0" y="0"/>
          <a:chExt cx="0" cy="0"/>
        </a:xfrm>
      </p:grpSpPr>
      <p:grpSp>
        <p:nvGrpSpPr>
          <p:cNvPr id="308" name="Google Shape;308;p9"/>
          <p:cNvGrpSpPr/>
          <p:nvPr/>
        </p:nvGrpSpPr>
        <p:grpSpPr>
          <a:xfrm>
            <a:off x="323424" y="-93100"/>
            <a:ext cx="8497153" cy="5311500"/>
            <a:chOff x="312900" y="-93100"/>
            <a:chExt cx="8578650" cy="5311500"/>
          </a:xfrm>
        </p:grpSpPr>
        <p:cxnSp>
          <p:nvCxnSpPr>
            <p:cNvPr id="309" name="Google Shape;309;p9"/>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0" name="Google Shape;310;p9"/>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1" name="Google Shape;311;p9"/>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2" name="Google Shape;312;p9"/>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3" name="Google Shape;313;p9"/>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4" name="Google Shape;314;p9"/>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5" name="Google Shape;315;p9"/>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6" name="Google Shape;316;p9"/>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7" name="Google Shape;317;p9"/>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8" name="Google Shape;318;p9"/>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19" name="Google Shape;319;p9"/>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0" name="Google Shape;320;p9"/>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1" name="Google Shape;321;p9"/>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2" name="Google Shape;322;p9"/>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3" name="Google Shape;323;p9"/>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4" name="Google Shape;324;p9"/>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5" name="Google Shape;325;p9"/>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6" name="Google Shape;326;p9"/>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7" name="Google Shape;327;p9"/>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8" name="Google Shape;328;p9"/>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29" name="Google Shape;329;p9"/>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30" name="Google Shape;330;p9"/>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331" name="Google Shape;331;p9"/>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332" name="Google Shape;332;p9"/>
          <p:cNvSpPr txBox="1">
            <a:spLocks noGrp="1"/>
          </p:cNvSpPr>
          <p:nvPr>
            <p:ph type="title"/>
          </p:nvPr>
        </p:nvSpPr>
        <p:spPr>
          <a:xfrm>
            <a:off x="2135550" y="1505638"/>
            <a:ext cx="4872900" cy="1130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333" name="Google Shape;333;p9"/>
          <p:cNvSpPr txBox="1">
            <a:spLocks noGrp="1"/>
          </p:cNvSpPr>
          <p:nvPr>
            <p:ph type="subTitle" idx="1"/>
          </p:nvPr>
        </p:nvSpPr>
        <p:spPr>
          <a:xfrm>
            <a:off x="2135550" y="3039063"/>
            <a:ext cx="48729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334" name="Google Shape;334;p9"/>
          <p:cNvGrpSpPr/>
          <p:nvPr/>
        </p:nvGrpSpPr>
        <p:grpSpPr>
          <a:xfrm>
            <a:off x="1466275" y="-1086512"/>
            <a:ext cx="5994350" cy="7143713"/>
            <a:chOff x="1466275" y="-1086512"/>
            <a:chExt cx="5994350" cy="7143713"/>
          </a:xfrm>
        </p:grpSpPr>
        <p:sp>
          <p:nvSpPr>
            <p:cNvPr id="335" name="Google Shape;335;p9"/>
            <p:cNvSpPr/>
            <p:nvPr/>
          </p:nvSpPr>
          <p:spPr>
            <a:xfrm>
              <a:off x="5834325" y="-10865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36" name="Google Shape;336;p9"/>
            <p:cNvSpPr/>
            <p:nvPr/>
          </p:nvSpPr>
          <p:spPr>
            <a:xfrm>
              <a:off x="1466275"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337" name="Google Shape;337;p9"/>
          <p:cNvGrpSpPr/>
          <p:nvPr/>
        </p:nvGrpSpPr>
        <p:grpSpPr>
          <a:xfrm>
            <a:off x="-828439" y="-4951898"/>
            <a:ext cx="2410075" cy="8322312"/>
            <a:chOff x="-828439" y="-4951898"/>
            <a:chExt cx="2410075" cy="8322312"/>
          </a:xfrm>
        </p:grpSpPr>
        <p:sp>
          <p:nvSpPr>
            <p:cNvPr id="338" name="Google Shape;338;p9"/>
            <p:cNvSpPr/>
            <p:nvPr/>
          </p:nvSpPr>
          <p:spPr>
            <a:xfrm rot="-5400000">
              <a:off x="-3826939" y="-1953398"/>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39" name="Google Shape;339;p9"/>
            <p:cNvSpPr/>
            <p:nvPr/>
          </p:nvSpPr>
          <p:spPr>
            <a:xfrm rot="-5400000">
              <a:off x="852336" y="383223"/>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0" name="Google Shape;340;p9"/>
            <p:cNvSpPr/>
            <p:nvPr/>
          </p:nvSpPr>
          <p:spPr>
            <a:xfrm rot="-5400000">
              <a:off x="448286" y="33423"/>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1" name="Google Shape;341;p9"/>
            <p:cNvSpPr/>
            <p:nvPr/>
          </p:nvSpPr>
          <p:spPr>
            <a:xfrm rot="-5400000">
              <a:off x="614811" y="1073723"/>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2" name="Google Shape;342;p9"/>
            <p:cNvSpPr/>
            <p:nvPr/>
          </p:nvSpPr>
          <p:spPr>
            <a:xfrm rot="-5400000">
              <a:off x="68945" y="1681883"/>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343" name="Google Shape;343;p9"/>
            <p:cNvSpPr/>
            <p:nvPr/>
          </p:nvSpPr>
          <p:spPr>
            <a:xfrm rot="-5400000">
              <a:off x="513998" y="69747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4" name="Google Shape;344;p9"/>
            <p:cNvSpPr/>
            <p:nvPr/>
          </p:nvSpPr>
          <p:spPr>
            <a:xfrm rot="-1350516">
              <a:off x="195782" y="2409443"/>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345" name="Google Shape;345;p9"/>
          <p:cNvGrpSpPr/>
          <p:nvPr/>
        </p:nvGrpSpPr>
        <p:grpSpPr>
          <a:xfrm>
            <a:off x="7614936" y="1695852"/>
            <a:ext cx="2410075" cy="8322312"/>
            <a:chOff x="7614936" y="1695852"/>
            <a:chExt cx="2410075" cy="8322312"/>
          </a:xfrm>
        </p:grpSpPr>
        <p:sp>
          <p:nvSpPr>
            <p:cNvPr id="346" name="Google Shape;346;p9"/>
            <p:cNvSpPr/>
            <p:nvPr/>
          </p:nvSpPr>
          <p:spPr>
            <a:xfrm rot="5400000">
              <a:off x="5105611" y="5098763"/>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7" name="Google Shape;347;p9"/>
            <p:cNvSpPr/>
            <p:nvPr/>
          </p:nvSpPr>
          <p:spPr>
            <a:xfrm rot="5400000">
              <a:off x="7614936" y="3953741"/>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8" name="Google Shape;348;p9"/>
            <p:cNvSpPr/>
            <p:nvPr/>
          </p:nvSpPr>
          <p:spPr>
            <a:xfrm rot="5400000">
              <a:off x="8398486" y="4683041"/>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9" name="Google Shape;349;p9"/>
            <p:cNvSpPr/>
            <p:nvPr/>
          </p:nvSpPr>
          <p:spPr>
            <a:xfrm rot="5400000">
              <a:off x="8480961" y="3891741"/>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50" name="Google Shape;350;p9"/>
            <p:cNvSpPr/>
            <p:nvPr/>
          </p:nvSpPr>
          <p:spPr>
            <a:xfrm rot="5400000">
              <a:off x="8248721" y="3171556"/>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351" name="Google Shape;351;p9"/>
            <p:cNvSpPr/>
            <p:nvPr/>
          </p:nvSpPr>
          <p:spPr>
            <a:xfrm rot="5400000">
              <a:off x="8581773" y="4267991"/>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52" name="Google Shape;352;p9"/>
            <p:cNvSpPr/>
            <p:nvPr/>
          </p:nvSpPr>
          <p:spPr>
            <a:xfrm rot="9449484">
              <a:off x="8061973" y="1844582"/>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3"/>
        <p:cNvGrpSpPr/>
        <p:nvPr/>
      </p:nvGrpSpPr>
      <p:grpSpPr>
        <a:xfrm>
          <a:off x="0" y="0"/>
          <a:ext cx="0" cy="0"/>
          <a:chOff x="0" y="0"/>
          <a:chExt cx="0" cy="0"/>
        </a:xfrm>
      </p:grpSpPr>
      <p:sp>
        <p:nvSpPr>
          <p:cNvPr id="354" name="Google Shape;354;p10"/>
          <p:cNvSpPr>
            <a:spLocks noGrp="1"/>
          </p:cNvSpPr>
          <p:nvPr>
            <p:ph type="pic" idx="2"/>
          </p:nvPr>
        </p:nvSpPr>
        <p:spPr>
          <a:xfrm>
            <a:off x="-3301" y="0"/>
            <a:ext cx="9150600" cy="5143500"/>
          </a:xfrm>
          <a:prstGeom prst="rect">
            <a:avLst/>
          </a:prstGeom>
          <a:noFill/>
          <a:ln>
            <a:noFill/>
          </a:ln>
        </p:spPr>
      </p:sp>
      <p:sp>
        <p:nvSpPr>
          <p:cNvPr id="355" name="Google Shape;355;p10"/>
          <p:cNvSpPr txBox="1">
            <a:spLocks noGrp="1"/>
          </p:cNvSpPr>
          <p:nvPr>
            <p:ph type="title"/>
          </p:nvPr>
        </p:nvSpPr>
        <p:spPr>
          <a:xfrm>
            <a:off x="2192900" y="4096150"/>
            <a:ext cx="4758300" cy="491100"/>
          </a:xfrm>
          <a:prstGeom prst="rect">
            <a:avLst/>
          </a:prstGeom>
          <a:solidFill>
            <a:schemeClr val="lt1"/>
          </a:solidFill>
        </p:spPr>
        <p:txBody>
          <a:bodyPr spcFirstLastPara="1" wrap="square" lIns="91425" tIns="91425" rIns="91425" bIns="91425" anchor="b" anchorCtr="0">
            <a:noAutofit/>
          </a:bodyPr>
          <a:lstStyle>
            <a:lvl1pPr lvl="0" algn="ctr" rtl="0">
              <a:spcBef>
                <a:spcPts val="0"/>
              </a:spcBef>
              <a:spcAft>
                <a:spcPts val="0"/>
              </a:spcAft>
              <a:buSzPts val="1800"/>
              <a:buFont typeface="Lexend SemiBold"/>
              <a:buNone/>
              <a:defRPr sz="1800">
                <a:latin typeface="Lexend SemiBold"/>
                <a:ea typeface="Lexend SemiBold"/>
                <a:cs typeface="Lexend SemiBold"/>
                <a:sym typeface="Lexend SemiBold"/>
              </a:defRPr>
            </a:lvl1pPr>
            <a:lvl2pPr lvl="1" algn="ctr" rtl="0">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40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00"/>
        <p:cNvGrpSpPr/>
        <p:nvPr/>
      </p:nvGrpSpPr>
      <p:grpSpPr>
        <a:xfrm>
          <a:off x="0" y="0"/>
          <a:ext cx="0" cy="0"/>
          <a:chOff x="0" y="0"/>
          <a:chExt cx="0" cy="0"/>
        </a:xfrm>
      </p:grpSpPr>
      <p:grpSp>
        <p:nvGrpSpPr>
          <p:cNvPr id="501" name="Google Shape;501;p15"/>
          <p:cNvGrpSpPr/>
          <p:nvPr/>
        </p:nvGrpSpPr>
        <p:grpSpPr>
          <a:xfrm>
            <a:off x="323424" y="-93100"/>
            <a:ext cx="8497153" cy="5311500"/>
            <a:chOff x="312900" y="-93100"/>
            <a:chExt cx="8578650" cy="5311500"/>
          </a:xfrm>
        </p:grpSpPr>
        <p:cxnSp>
          <p:nvCxnSpPr>
            <p:cNvPr id="502" name="Google Shape;502;p15"/>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3" name="Google Shape;503;p15"/>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4" name="Google Shape;504;p15"/>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5" name="Google Shape;505;p15"/>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6" name="Google Shape;506;p15"/>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7" name="Google Shape;507;p15"/>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8" name="Google Shape;508;p15"/>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09" name="Google Shape;509;p15"/>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0" name="Google Shape;510;p15"/>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1" name="Google Shape;511;p15"/>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2" name="Google Shape;512;p15"/>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3" name="Google Shape;513;p15"/>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4" name="Google Shape;514;p15"/>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5" name="Google Shape;515;p15"/>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6" name="Google Shape;516;p15"/>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7" name="Google Shape;517;p15"/>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8" name="Google Shape;518;p15"/>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19" name="Google Shape;519;p15"/>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20" name="Google Shape;520;p15"/>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21" name="Google Shape;521;p15"/>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22" name="Google Shape;522;p15"/>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23" name="Google Shape;523;p15"/>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24" name="Google Shape;524;p15"/>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grpSp>
        <p:nvGrpSpPr>
          <p:cNvPr id="525" name="Google Shape;525;p15"/>
          <p:cNvGrpSpPr/>
          <p:nvPr/>
        </p:nvGrpSpPr>
        <p:grpSpPr>
          <a:xfrm flipH="1">
            <a:off x="-943981" y="-1001812"/>
            <a:ext cx="10979425" cy="4680088"/>
            <a:chOff x="-854275" y="-1001812"/>
            <a:chExt cx="10979425" cy="4680088"/>
          </a:xfrm>
        </p:grpSpPr>
        <p:sp>
          <p:nvSpPr>
            <p:cNvPr id="526" name="Google Shape;526;p15"/>
            <p:cNvSpPr/>
            <p:nvPr/>
          </p:nvSpPr>
          <p:spPr>
            <a:xfrm>
              <a:off x="8498850" y="-10018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27" name="Google Shape;527;p15"/>
            <p:cNvSpPr/>
            <p:nvPr/>
          </p:nvSpPr>
          <p:spPr>
            <a:xfrm>
              <a:off x="-854275" y="2225075"/>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528" name="Google Shape;528;p15"/>
          <p:cNvGrpSpPr/>
          <p:nvPr/>
        </p:nvGrpSpPr>
        <p:grpSpPr>
          <a:xfrm>
            <a:off x="-1553851" y="4239350"/>
            <a:ext cx="5948400" cy="1807650"/>
            <a:chOff x="-1553851" y="4239350"/>
            <a:chExt cx="5948400" cy="1807650"/>
          </a:xfrm>
        </p:grpSpPr>
        <p:sp>
          <p:nvSpPr>
            <p:cNvPr id="529" name="Google Shape;529;p15"/>
            <p:cNvSpPr/>
            <p:nvPr/>
          </p:nvSpPr>
          <p:spPr>
            <a:xfrm flipH="1">
              <a:off x="-1553851" y="4604000"/>
              <a:ext cx="5948400" cy="14430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0" name="Google Shape;530;p15"/>
            <p:cNvSpPr/>
            <p:nvPr/>
          </p:nvSpPr>
          <p:spPr>
            <a:xfrm flipH="1">
              <a:off x="2990613"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531" name="Google Shape;531;p15"/>
            <p:cNvSpPr/>
            <p:nvPr/>
          </p:nvSpPr>
          <p:spPr>
            <a:xfrm flipH="1">
              <a:off x="-450006" y="4239350"/>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2" name="Google Shape;532;p15"/>
            <p:cNvSpPr/>
            <p:nvPr/>
          </p:nvSpPr>
          <p:spPr>
            <a:xfrm flipH="1">
              <a:off x="2033631" y="47210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3" name="Google Shape;533;p15"/>
            <p:cNvSpPr/>
            <p:nvPr/>
          </p:nvSpPr>
          <p:spPr>
            <a:xfrm flipH="1">
              <a:off x="2644944" y="497001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4" name="Google Shape;534;p15"/>
            <p:cNvSpPr/>
            <p:nvPr/>
          </p:nvSpPr>
          <p:spPr>
            <a:xfrm flipH="1">
              <a:off x="1671319" y="47711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5" name="Google Shape;535;p15"/>
            <p:cNvSpPr/>
            <p:nvPr/>
          </p:nvSpPr>
          <p:spPr>
            <a:xfrm flipH="1">
              <a:off x="508726"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grpSp>
      <p:sp>
        <p:nvSpPr>
          <p:cNvPr id="536" name="Google Shape;536;p15"/>
          <p:cNvSpPr/>
          <p:nvPr/>
        </p:nvSpPr>
        <p:spPr>
          <a:xfrm rot="2944031" flipH="1">
            <a:off x="7456097" y="4565717"/>
            <a:ext cx="939140" cy="811943"/>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37" name="Google Shape;537;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538"/>
        <p:cNvGrpSpPr/>
        <p:nvPr/>
      </p:nvGrpSpPr>
      <p:grpSpPr>
        <a:xfrm>
          <a:off x="0" y="0"/>
          <a:ext cx="0" cy="0"/>
          <a:chOff x="0" y="0"/>
          <a:chExt cx="0" cy="0"/>
        </a:xfrm>
      </p:grpSpPr>
      <p:grpSp>
        <p:nvGrpSpPr>
          <p:cNvPr id="539" name="Google Shape;539;p16"/>
          <p:cNvGrpSpPr/>
          <p:nvPr/>
        </p:nvGrpSpPr>
        <p:grpSpPr>
          <a:xfrm rot="10800000" flipH="1">
            <a:off x="323424" y="-93100"/>
            <a:ext cx="8497153" cy="5311500"/>
            <a:chOff x="312900" y="-93100"/>
            <a:chExt cx="8578650" cy="5311500"/>
          </a:xfrm>
        </p:grpSpPr>
        <p:cxnSp>
          <p:nvCxnSpPr>
            <p:cNvPr id="540" name="Google Shape;540;p16"/>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1" name="Google Shape;541;p16"/>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2" name="Google Shape;542;p16"/>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3" name="Google Shape;543;p16"/>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4" name="Google Shape;544;p16"/>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5" name="Google Shape;545;p16"/>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6" name="Google Shape;546;p16"/>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7" name="Google Shape;547;p16"/>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8" name="Google Shape;548;p16"/>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49" name="Google Shape;549;p16"/>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0" name="Google Shape;550;p16"/>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1" name="Google Shape;551;p16"/>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2" name="Google Shape;552;p16"/>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3" name="Google Shape;553;p16"/>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4" name="Google Shape;554;p16"/>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5" name="Google Shape;555;p16"/>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6" name="Google Shape;556;p16"/>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7" name="Google Shape;557;p16"/>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8" name="Google Shape;558;p16"/>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59" name="Google Shape;559;p16"/>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60" name="Google Shape;560;p16"/>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61" name="Google Shape;561;p16"/>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62" name="Google Shape;562;p16"/>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grpSp>
        <p:nvGrpSpPr>
          <p:cNvPr id="563" name="Google Shape;563;p16"/>
          <p:cNvGrpSpPr/>
          <p:nvPr/>
        </p:nvGrpSpPr>
        <p:grpSpPr>
          <a:xfrm rot="10800000" flipH="1">
            <a:off x="-922550" y="-1071625"/>
            <a:ext cx="10609700" cy="6467463"/>
            <a:chOff x="-922550" y="-237460"/>
            <a:chExt cx="10609700" cy="6467463"/>
          </a:xfrm>
        </p:grpSpPr>
        <p:sp>
          <p:nvSpPr>
            <p:cNvPr id="564" name="Google Shape;564;p16"/>
            <p:cNvSpPr/>
            <p:nvPr/>
          </p:nvSpPr>
          <p:spPr>
            <a:xfrm rot="10800000" flipH="1">
              <a:off x="8060850" y="460400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65" name="Google Shape;565;p16"/>
            <p:cNvSpPr/>
            <p:nvPr/>
          </p:nvSpPr>
          <p:spPr>
            <a:xfrm rot="10800000" flipH="1">
              <a:off x="-922550" y="-23746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566" name="Google Shape;566;p16"/>
          <p:cNvSpPr/>
          <p:nvPr/>
        </p:nvSpPr>
        <p:spPr>
          <a:xfrm rot="9449484">
            <a:off x="243823" y="15544"/>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567" name="Google Shape;567;p16"/>
          <p:cNvGrpSpPr/>
          <p:nvPr/>
        </p:nvGrpSpPr>
        <p:grpSpPr>
          <a:xfrm rot="10800000" flipH="1">
            <a:off x="7969811" y="1821652"/>
            <a:ext cx="2092251" cy="6594000"/>
            <a:chOff x="7969811" y="-3257275"/>
            <a:chExt cx="2092251" cy="6594000"/>
          </a:xfrm>
        </p:grpSpPr>
        <p:sp>
          <p:nvSpPr>
            <p:cNvPr id="568" name="Google Shape;568;p16"/>
            <p:cNvSpPr/>
            <p:nvPr/>
          </p:nvSpPr>
          <p:spPr>
            <a:xfrm rot="5400000" flipH="1">
              <a:off x="5965262" y="-760075"/>
              <a:ext cx="6594000" cy="1599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69" name="Google Shape;569;p16"/>
            <p:cNvSpPr/>
            <p:nvPr/>
          </p:nvSpPr>
          <p:spPr>
            <a:xfrm rot="5400000" flipH="1">
              <a:off x="7969811" y="-482302"/>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70" name="Google Shape;570;p16"/>
            <p:cNvSpPr/>
            <p:nvPr/>
          </p:nvSpPr>
          <p:spPr>
            <a:xfrm rot="5400000" flipH="1">
              <a:off x="8699111" y="1166048"/>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71" name="Google Shape;571;p16"/>
            <p:cNvSpPr/>
            <p:nvPr/>
          </p:nvSpPr>
          <p:spPr>
            <a:xfrm rot="5400000" flipH="1">
              <a:off x="8682586" y="1768823"/>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72" name="Google Shape;572;p16"/>
            <p:cNvSpPr/>
            <p:nvPr/>
          </p:nvSpPr>
          <p:spPr>
            <a:xfrm rot="5400000" flipH="1">
              <a:off x="8481446" y="2349058"/>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573" name="Google Shape;573;p16"/>
            <p:cNvSpPr/>
            <p:nvPr/>
          </p:nvSpPr>
          <p:spPr>
            <a:xfrm rot="5400000" flipH="1">
              <a:off x="8682573" y="89837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74" name="Google Shape;574;p16"/>
            <p:cNvSpPr/>
            <p:nvPr/>
          </p:nvSpPr>
          <p:spPr>
            <a:xfrm rot="5400000" flipH="1">
              <a:off x="8775311" y="55948"/>
              <a:ext cx="729300" cy="729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575" name="Google Shape;575;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576"/>
        <p:cNvGrpSpPr/>
        <p:nvPr/>
      </p:nvGrpSpPr>
      <p:grpSpPr>
        <a:xfrm>
          <a:off x="0" y="0"/>
          <a:ext cx="0" cy="0"/>
          <a:chOff x="0" y="0"/>
          <a:chExt cx="0" cy="0"/>
        </a:xfrm>
      </p:grpSpPr>
      <p:grpSp>
        <p:nvGrpSpPr>
          <p:cNvPr id="577" name="Google Shape;577;p17"/>
          <p:cNvGrpSpPr/>
          <p:nvPr/>
        </p:nvGrpSpPr>
        <p:grpSpPr>
          <a:xfrm>
            <a:off x="323424" y="-93100"/>
            <a:ext cx="8497153" cy="5311500"/>
            <a:chOff x="312900" y="-93100"/>
            <a:chExt cx="8578650" cy="5311500"/>
          </a:xfrm>
        </p:grpSpPr>
        <p:cxnSp>
          <p:nvCxnSpPr>
            <p:cNvPr id="578" name="Google Shape;578;p17"/>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79" name="Google Shape;579;p17"/>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0" name="Google Shape;580;p17"/>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1" name="Google Shape;581;p17"/>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2" name="Google Shape;582;p17"/>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3" name="Google Shape;583;p17"/>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4" name="Google Shape;584;p17"/>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5" name="Google Shape;585;p17"/>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6" name="Google Shape;586;p17"/>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7" name="Google Shape;587;p17"/>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8" name="Google Shape;588;p17"/>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89" name="Google Shape;589;p17"/>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0" name="Google Shape;590;p17"/>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1" name="Google Shape;591;p17"/>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2" name="Google Shape;592;p17"/>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3" name="Google Shape;593;p17"/>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4" name="Google Shape;594;p17"/>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5" name="Google Shape;595;p17"/>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6" name="Google Shape;596;p17"/>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7" name="Google Shape;597;p17"/>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8" name="Google Shape;598;p17"/>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599" name="Google Shape;599;p17"/>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600" name="Google Shape;600;p17"/>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601" name="Google Shape;601;p17"/>
          <p:cNvSpPr txBox="1">
            <a:spLocks noGrp="1"/>
          </p:cNvSpPr>
          <p:nvPr>
            <p:ph type="title"/>
          </p:nvPr>
        </p:nvSpPr>
        <p:spPr>
          <a:xfrm>
            <a:off x="4386963" y="1049325"/>
            <a:ext cx="3436800" cy="2296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2" name="Google Shape;602;p17"/>
          <p:cNvSpPr txBox="1">
            <a:spLocks noGrp="1"/>
          </p:cNvSpPr>
          <p:nvPr>
            <p:ph type="subTitle" idx="1"/>
          </p:nvPr>
        </p:nvSpPr>
        <p:spPr>
          <a:xfrm>
            <a:off x="4386963" y="3345375"/>
            <a:ext cx="3436800" cy="74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160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603" name="Google Shape;603;p17"/>
          <p:cNvGrpSpPr/>
          <p:nvPr/>
        </p:nvGrpSpPr>
        <p:grpSpPr>
          <a:xfrm flipH="1">
            <a:off x="-668906" y="-741612"/>
            <a:ext cx="10369825" cy="6798813"/>
            <a:chOff x="-519750" y="-741612"/>
            <a:chExt cx="10369825" cy="6798813"/>
          </a:xfrm>
        </p:grpSpPr>
        <p:sp>
          <p:nvSpPr>
            <p:cNvPr id="604" name="Google Shape;604;p17"/>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5" name="Google Shape;605;p17"/>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606" name="Google Shape;606;p17"/>
          <p:cNvGrpSpPr/>
          <p:nvPr/>
        </p:nvGrpSpPr>
        <p:grpSpPr>
          <a:xfrm>
            <a:off x="-877326" y="4604000"/>
            <a:ext cx="5948400" cy="1443000"/>
            <a:chOff x="-877326" y="4604000"/>
            <a:chExt cx="5948400" cy="1443000"/>
          </a:xfrm>
        </p:grpSpPr>
        <p:sp>
          <p:nvSpPr>
            <p:cNvPr id="607" name="Google Shape;607;p17"/>
            <p:cNvSpPr/>
            <p:nvPr/>
          </p:nvSpPr>
          <p:spPr>
            <a:xfrm flipH="1">
              <a:off x="-877326" y="4604000"/>
              <a:ext cx="5948400" cy="14430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8" name="Google Shape;608;p17"/>
            <p:cNvSpPr/>
            <p:nvPr/>
          </p:nvSpPr>
          <p:spPr>
            <a:xfrm flipH="1">
              <a:off x="2990613"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609" name="Google Shape;609;p17"/>
            <p:cNvSpPr/>
            <p:nvPr/>
          </p:nvSpPr>
          <p:spPr>
            <a:xfrm flipH="1">
              <a:off x="4003069" y="48617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0" name="Google Shape;610;p17"/>
            <p:cNvSpPr/>
            <p:nvPr/>
          </p:nvSpPr>
          <p:spPr>
            <a:xfrm flipH="1">
              <a:off x="2033631" y="47210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1" name="Google Shape;611;p17"/>
            <p:cNvSpPr/>
            <p:nvPr/>
          </p:nvSpPr>
          <p:spPr>
            <a:xfrm flipH="1">
              <a:off x="2644944" y="497001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2" name="Google Shape;612;p17"/>
            <p:cNvSpPr/>
            <p:nvPr/>
          </p:nvSpPr>
          <p:spPr>
            <a:xfrm flipH="1">
              <a:off x="1671319" y="47711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3" name="Google Shape;613;p17"/>
            <p:cNvSpPr/>
            <p:nvPr/>
          </p:nvSpPr>
          <p:spPr>
            <a:xfrm flipH="1">
              <a:off x="508726"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grpSp>
      <p:grpSp>
        <p:nvGrpSpPr>
          <p:cNvPr id="614" name="Google Shape;614;p17"/>
          <p:cNvGrpSpPr/>
          <p:nvPr/>
        </p:nvGrpSpPr>
        <p:grpSpPr>
          <a:xfrm>
            <a:off x="-550641" y="539502"/>
            <a:ext cx="10399591" cy="4322141"/>
            <a:chOff x="-550641" y="539502"/>
            <a:chExt cx="10399591" cy="4322141"/>
          </a:xfrm>
        </p:grpSpPr>
        <p:sp>
          <p:nvSpPr>
            <p:cNvPr id="615" name="Google Shape;615;p17"/>
            <p:cNvSpPr/>
            <p:nvPr/>
          </p:nvSpPr>
          <p:spPr>
            <a:xfrm rot="2452041" flipH="1">
              <a:off x="8758748" y="747735"/>
              <a:ext cx="939004" cy="812034"/>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6" name="Google Shape;616;p17"/>
            <p:cNvSpPr/>
            <p:nvPr/>
          </p:nvSpPr>
          <p:spPr>
            <a:xfrm rot="-1478454" flipH="1">
              <a:off x="-424045" y="3890887"/>
              <a:ext cx="939007" cy="812011"/>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617" name="Google Shape;617;p17"/>
          <p:cNvSpPr>
            <a:spLocks noGrp="1"/>
          </p:cNvSpPr>
          <p:nvPr>
            <p:ph type="pic" idx="2"/>
          </p:nvPr>
        </p:nvSpPr>
        <p:spPr>
          <a:xfrm>
            <a:off x="1320238" y="926399"/>
            <a:ext cx="2751000" cy="32907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821"/>
        <p:cNvGrpSpPr/>
        <p:nvPr/>
      </p:nvGrpSpPr>
      <p:grpSpPr>
        <a:xfrm>
          <a:off x="0" y="0"/>
          <a:ext cx="0" cy="0"/>
          <a:chOff x="0" y="0"/>
          <a:chExt cx="0" cy="0"/>
        </a:xfrm>
      </p:grpSpPr>
      <p:grpSp>
        <p:nvGrpSpPr>
          <p:cNvPr id="822" name="Google Shape;822;p23"/>
          <p:cNvGrpSpPr/>
          <p:nvPr/>
        </p:nvGrpSpPr>
        <p:grpSpPr>
          <a:xfrm>
            <a:off x="323424" y="-93100"/>
            <a:ext cx="8497153" cy="5311500"/>
            <a:chOff x="312900" y="-93100"/>
            <a:chExt cx="8578650" cy="5311500"/>
          </a:xfrm>
        </p:grpSpPr>
        <p:cxnSp>
          <p:nvCxnSpPr>
            <p:cNvPr id="823" name="Google Shape;823;p23"/>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24" name="Google Shape;824;p23"/>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25" name="Google Shape;825;p23"/>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26" name="Google Shape;826;p23"/>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27" name="Google Shape;827;p23"/>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28" name="Google Shape;828;p23"/>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29" name="Google Shape;829;p23"/>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0" name="Google Shape;830;p23"/>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1" name="Google Shape;831;p23"/>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2" name="Google Shape;832;p23"/>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3" name="Google Shape;833;p23"/>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4" name="Google Shape;834;p23"/>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5" name="Google Shape;835;p23"/>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6" name="Google Shape;836;p23"/>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7" name="Google Shape;837;p23"/>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8" name="Google Shape;838;p23"/>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39" name="Google Shape;839;p23"/>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40" name="Google Shape;840;p23"/>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41" name="Google Shape;841;p23"/>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42" name="Google Shape;842;p23"/>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43" name="Google Shape;843;p23"/>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44" name="Google Shape;844;p23"/>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845" name="Google Shape;845;p23"/>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846" name="Google Shape;846;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47" name="Google Shape;847;p23"/>
          <p:cNvSpPr txBox="1">
            <a:spLocks noGrp="1"/>
          </p:cNvSpPr>
          <p:nvPr>
            <p:ph type="subTitle" idx="1"/>
          </p:nvPr>
        </p:nvSpPr>
        <p:spPr>
          <a:xfrm>
            <a:off x="4923135" y="2625272"/>
            <a:ext cx="2505600" cy="101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8" name="Google Shape;848;p23"/>
          <p:cNvSpPr txBox="1">
            <a:spLocks noGrp="1"/>
          </p:cNvSpPr>
          <p:nvPr>
            <p:ph type="subTitle" idx="2"/>
          </p:nvPr>
        </p:nvSpPr>
        <p:spPr>
          <a:xfrm>
            <a:off x="1715263" y="2625272"/>
            <a:ext cx="2505600" cy="1010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9" name="Google Shape;849;p23"/>
          <p:cNvSpPr txBox="1">
            <a:spLocks noGrp="1"/>
          </p:cNvSpPr>
          <p:nvPr>
            <p:ph type="subTitle" idx="3"/>
          </p:nvPr>
        </p:nvSpPr>
        <p:spPr>
          <a:xfrm>
            <a:off x="1715263" y="2137650"/>
            <a:ext cx="2505600" cy="487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9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2pPr>
            <a:lvl3pPr lvl="2"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3pPr>
            <a:lvl4pPr lvl="3"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4pPr>
            <a:lvl5pPr lvl="4"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5pPr>
            <a:lvl6pPr lvl="5"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6pPr>
            <a:lvl7pPr lvl="6"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7pPr>
            <a:lvl8pPr lvl="7"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8pPr>
            <a:lvl9pPr lvl="8"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9pPr>
          </a:lstStyle>
          <a:p>
            <a:endParaRPr/>
          </a:p>
        </p:txBody>
      </p:sp>
      <p:sp>
        <p:nvSpPr>
          <p:cNvPr id="850" name="Google Shape;850;p23"/>
          <p:cNvSpPr txBox="1">
            <a:spLocks noGrp="1"/>
          </p:cNvSpPr>
          <p:nvPr>
            <p:ph type="subTitle" idx="4"/>
          </p:nvPr>
        </p:nvSpPr>
        <p:spPr>
          <a:xfrm>
            <a:off x="4923138" y="2137650"/>
            <a:ext cx="2505600" cy="487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9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2pPr>
            <a:lvl3pPr lvl="2"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3pPr>
            <a:lvl4pPr lvl="3"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4pPr>
            <a:lvl5pPr lvl="4"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5pPr>
            <a:lvl6pPr lvl="5"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6pPr>
            <a:lvl7pPr lvl="6"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7pPr>
            <a:lvl8pPr lvl="7"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8pPr>
            <a:lvl9pPr lvl="8" algn="ctr" rtl="0">
              <a:lnSpc>
                <a:spcPct val="100000"/>
              </a:lnSpc>
              <a:spcBef>
                <a:spcPts val="0"/>
              </a:spcBef>
              <a:spcAft>
                <a:spcPts val="0"/>
              </a:spcAft>
              <a:buSzPts val="1900"/>
              <a:buFont typeface="Lexend SemiBold"/>
              <a:buNone/>
              <a:defRPr sz="1900">
                <a:latin typeface="Lexend SemiBold"/>
                <a:ea typeface="Lexend SemiBold"/>
                <a:cs typeface="Lexend SemiBold"/>
                <a:sym typeface="Lexend SemiBold"/>
              </a:defRPr>
            </a:lvl9pPr>
          </a:lstStyle>
          <a:p>
            <a:endParaRPr/>
          </a:p>
        </p:txBody>
      </p:sp>
      <p:grpSp>
        <p:nvGrpSpPr>
          <p:cNvPr id="851" name="Google Shape;851;p23"/>
          <p:cNvGrpSpPr/>
          <p:nvPr/>
        </p:nvGrpSpPr>
        <p:grpSpPr>
          <a:xfrm>
            <a:off x="-922550" y="-237460"/>
            <a:ext cx="10609700" cy="6467463"/>
            <a:chOff x="-922550" y="-237460"/>
            <a:chExt cx="10609700" cy="6467463"/>
          </a:xfrm>
        </p:grpSpPr>
        <p:sp>
          <p:nvSpPr>
            <p:cNvPr id="852" name="Google Shape;852;p23"/>
            <p:cNvSpPr/>
            <p:nvPr/>
          </p:nvSpPr>
          <p:spPr>
            <a:xfrm rot="10800000" flipH="1">
              <a:off x="8060850" y="460400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53" name="Google Shape;853;p23"/>
            <p:cNvSpPr/>
            <p:nvPr/>
          </p:nvSpPr>
          <p:spPr>
            <a:xfrm rot="10800000" flipH="1">
              <a:off x="-922550" y="-23746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854" name="Google Shape;854;p23"/>
          <p:cNvSpPr/>
          <p:nvPr/>
        </p:nvSpPr>
        <p:spPr>
          <a:xfrm rot="1350516" flipH="1">
            <a:off x="243823" y="4330593"/>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855" name="Google Shape;855;p23"/>
          <p:cNvGrpSpPr/>
          <p:nvPr/>
        </p:nvGrpSpPr>
        <p:grpSpPr>
          <a:xfrm>
            <a:off x="7733161" y="-3510025"/>
            <a:ext cx="2049576" cy="6594000"/>
            <a:chOff x="7733161" y="-3510025"/>
            <a:chExt cx="2049576" cy="6594000"/>
          </a:xfrm>
        </p:grpSpPr>
        <p:sp>
          <p:nvSpPr>
            <p:cNvPr id="856" name="Google Shape;856;p23"/>
            <p:cNvSpPr/>
            <p:nvPr/>
          </p:nvSpPr>
          <p:spPr>
            <a:xfrm rot="5400000" flipH="1">
              <a:off x="5685937" y="-1012825"/>
              <a:ext cx="6594000" cy="1599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57" name="Google Shape;857;p23"/>
            <p:cNvSpPr/>
            <p:nvPr/>
          </p:nvSpPr>
          <p:spPr>
            <a:xfrm rot="5400000" flipH="1">
              <a:off x="7733161" y="-482302"/>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58" name="Google Shape;858;p23"/>
            <p:cNvSpPr/>
            <p:nvPr/>
          </p:nvSpPr>
          <p:spPr>
            <a:xfrm rot="5400000" flipH="1">
              <a:off x="8699111" y="1166048"/>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59" name="Google Shape;859;p23"/>
            <p:cNvSpPr/>
            <p:nvPr/>
          </p:nvSpPr>
          <p:spPr>
            <a:xfrm rot="5400000" flipH="1">
              <a:off x="8682586" y="1768823"/>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60" name="Google Shape;860;p23"/>
            <p:cNvSpPr/>
            <p:nvPr/>
          </p:nvSpPr>
          <p:spPr>
            <a:xfrm rot="5400000" flipH="1">
              <a:off x="8481446" y="2349058"/>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861" name="Google Shape;861;p23"/>
            <p:cNvSpPr/>
            <p:nvPr/>
          </p:nvSpPr>
          <p:spPr>
            <a:xfrm rot="5400000" flipH="1">
              <a:off x="8682573" y="89837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862" name="Google Shape;862;p23"/>
            <p:cNvSpPr/>
            <p:nvPr/>
          </p:nvSpPr>
          <p:spPr>
            <a:xfrm rot="5400000" flipH="1">
              <a:off x="8775311" y="55948"/>
              <a:ext cx="729300" cy="729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953"/>
        <p:cNvGrpSpPr/>
        <p:nvPr/>
      </p:nvGrpSpPr>
      <p:grpSpPr>
        <a:xfrm>
          <a:off x="0" y="0"/>
          <a:ext cx="0" cy="0"/>
          <a:chOff x="0" y="0"/>
          <a:chExt cx="0" cy="0"/>
        </a:xfrm>
      </p:grpSpPr>
      <p:grpSp>
        <p:nvGrpSpPr>
          <p:cNvPr id="954" name="Google Shape;954;p26"/>
          <p:cNvGrpSpPr/>
          <p:nvPr/>
        </p:nvGrpSpPr>
        <p:grpSpPr>
          <a:xfrm>
            <a:off x="323424" y="-93100"/>
            <a:ext cx="8497153" cy="5311500"/>
            <a:chOff x="312900" y="-93100"/>
            <a:chExt cx="8578650" cy="5311500"/>
          </a:xfrm>
        </p:grpSpPr>
        <p:cxnSp>
          <p:nvCxnSpPr>
            <p:cNvPr id="955" name="Google Shape;955;p26"/>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56" name="Google Shape;956;p26"/>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57" name="Google Shape;957;p26"/>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58" name="Google Shape;958;p26"/>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59" name="Google Shape;959;p26"/>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0" name="Google Shape;960;p26"/>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1" name="Google Shape;961;p26"/>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2" name="Google Shape;962;p26"/>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3" name="Google Shape;963;p26"/>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4" name="Google Shape;964;p26"/>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5" name="Google Shape;965;p26"/>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6" name="Google Shape;966;p26"/>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7" name="Google Shape;967;p26"/>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8" name="Google Shape;968;p26"/>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69" name="Google Shape;969;p26"/>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0" name="Google Shape;970;p26"/>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1" name="Google Shape;971;p26"/>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2" name="Google Shape;972;p26"/>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3" name="Google Shape;973;p26"/>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4" name="Google Shape;974;p26"/>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5" name="Google Shape;975;p26"/>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6" name="Google Shape;976;p26"/>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977" name="Google Shape;977;p26"/>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978" name="Google Shape;978;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9" name="Google Shape;979;p26"/>
          <p:cNvSpPr txBox="1">
            <a:spLocks noGrp="1"/>
          </p:cNvSpPr>
          <p:nvPr>
            <p:ph type="subTitle" idx="1"/>
          </p:nvPr>
        </p:nvSpPr>
        <p:spPr>
          <a:xfrm>
            <a:off x="2424850" y="2204775"/>
            <a:ext cx="19782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80" name="Google Shape;980;p26"/>
          <p:cNvSpPr txBox="1">
            <a:spLocks noGrp="1"/>
          </p:cNvSpPr>
          <p:nvPr>
            <p:ph type="subTitle" idx="2"/>
          </p:nvPr>
        </p:nvSpPr>
        <p:spPr>
          <a:xfrm>
            <a:off x="4740954" y="2204775"/>
            <a:ext cx="19782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81" name="Google Shape;981;p26"/>
          <p:cNvSpPr txBox="1">
            <a:spLocks noGrp="1"/>
          </p:cNvSpPr>
          <p:nvPr>
            <p:ph type="subTitle" idx="3"/>
          </p:nvPr>
        </p:nvSpPr>
        <p:spPr>
          <a:xfrm>
            <a:off x="2424850" y="3638175"/>
            <a:ext cx="19782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82" name="Google Shape;982;p26"/>
          <p:cNvSpPr txBox="1">
            <a:spLocks noGrp="1"/>
          </p:cNvSpPr>
          <p:nvPr>
            <p:ph type="subTitle" idx="4"/>
          </p:nvPr>
        </p:nvSpPr>
        <p:spPr>
          <a:xfrm>
            <a:off x="4740954" y="3638175"/>
            <a:ext cx="19782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983" name="Google Shape;983;p26"/>
          <p:cNvSpPr txBox="1">
            <a:spLocks noGrp="1"/>
          </p:cNvSpPr>
          <p:nvPr>
            <p:ph type="subTitle" idx="5"/>
          </p:nvPr>
        </p:nvSpPr>
        <p:spPr>
          <a:xfrm>
            <a:off x="2424850" y="192117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984" name="Google Shape;984;p26"/>
          <p:cNvSpPr txBox="1">
            <a:spLocks noGrp="1"/>
          </p:cNvSpPr>
          <p:nvPr>
            <p:ph type="subTitle" idx="6"/>
          </p:nvPr>
        </p:nvSpPr>
        <p:spPr>
          <a:xfrm>
            <a:off x="2424850" y="33546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985" name="Google Shape;985;p26"/>
          <p:cNvSpPr txBox="1">
            <a:spLocks noGrp="1"/>
          </p:cNvSpPr>
          <p:nvPr>
            <p:ph type="subTitle" idx="7"/>
          </p:nvPr>
        </p:nvSpPr>
        <p:spPr>
          <a:xfrm>
            <a:off x="4740950" y="1921175"/>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986" name="Google Shape;986;p26"/>
          <p:cNvSpPr txBox="1">
            <a:spLocks noGrp="1"/>
          </p:cNvSpPr>
          <p:nvPr>
            <p:ph type="subTitle" idx="8"/>
          </p:nvPr>
        </p:nvSpPr>
        <p:spPr>
          <a:xfrm>
            <a:off x="4740950" y="33546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grpSp>
        <p:nvGrpSpPr>
          <p:cNvPr id="987" name="Google Shape;987;p26"/>
          <p:cNvGrpSpPr/>
          <p:nvPr/>
        </p:nvGrpSpPr>
        <p:grpSpPr>
          <a:xfrm>
            <a:off x="-922550" y="-237460"/>
            <a:ext cx="10609700" cy="6467463"/>
            <a:chOff x="-922550" y="-237460"/>
            <a:chExt cx="10609700" cy="6467463"/>
          </a:xfrm>
        </p:grpSpPr>
        <p:sp>
          <p:nvSpPr>
            <p:cNvPr id="988" name="Google Shape;988;p26"/>
            <p:cNvSpPr/>
            <p:nvPr/>
          </p:nvSpPr>
          <p:spPr>
            <a:xfrm rot="10800000" flipH="1">
              <a:off x="8060850" y="460400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89" name="Google Shape;989;p26"/>
            <p:cNvSpPr/>
            <p:nvPr/>
          </p:nvSpPr>
          <p:spPr>
            <a:xfrm rot="10800000" flipH="1">
              <a:off x="-922550" y="-23746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990" name="Google Shape;990;p26"/>
          <p:cNvSpPr/>
          <p:nvPr/>
        </p:nvSpPr>
        <p:spPr>
          <a:xfrm rot="1350516" flipH="1">
            <a:off x="243823" y="4330593"/>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991" name="Google Shape;991;p26"/>
          <p:cNvGrpSpPr/>
          <p:nvPr/>
        </p:nvGrpSpPr>
        <p:grpSpPr>
          <a:xfrm>
            <a:off x="8592012" y="-3281425"/>
            <a:ext cx="1599600" cy="6594000"/>
            <a:chOff x="8487937" y="-3281425"/>
            <a:chExt cx="1599600" cy="6594000"/>
          </a:xfrm>
        </p:grpSpPr>
        <p:sp>
          <p:nvSpPr>
            <p:cNvPr id="992" name="Google Shape;992;p26"/>
            <p:cNvSpPr/>
            <p:nvPr/>
          </p:nvSpPr>
          <p:spPr>
            <a:xfrm rot="5400000" flipH="1">
              <a:off x="5990737" y="-784225"/>
              <a:ext cx="6594000" cy="1599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93" name="Google Shape;993;p26"/>
            <p:cNvSpPr/>
            <p:nvPr/>
          </p:nvSpPr>
          <p:spPr>
            <a:xfrm rot="5400000" flipH="1">
              <a:off x="8699111" y="1166048"/>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94" name="Google Shape;994;p26"/>
            <p:cNvSpPr/>
            <p:nvPr/>
          </p:nvSpPr>
          <p:spPr>
            <a:xfrm rot="5400000" flipH="1">
              <a:off x="8682586" y="1768823"/>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95" name="Google Shape;995;p26"/>
            <p:cNvSpPr/>
            <p:nvPr/>
          </p:nvSpPr>
          <p:spPr>
            <a:xfrm rot="5400000" flipH="1">
              <a:off x="8481446" y="2349058"/>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996" name="Google Shape;996;p26"/>
            <p:cNvSpPr/>
            <p:nvPr/>
          </p:nvSpPr>
          <p:spPr>
            <a:xfrm rot="5400000" flipH="1">
              <a:off x="8682573" y="89837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997" name="Google Shape;997;p26"/>
            <p:cNvSpPr/>
            <p:nvPr/>
          </p:nvSpPr>
          <p:spPr>
            <a:xfrm rot="5400000" flipH="1">
              <a:off x="8775311" y="55948"/>
              <a:ext cx="729300" cy="729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998"/>
        <p:cNvGrpSpPr/>
        <p:nvPr/>
      </p:nvGrpSpPr>
      <p:grpSpPr>
        <a:xfrm>
          <a:off x="0" y="0"/>
          <a:ext cx="0" cy="0"/>
          <a:chOff x="0" y="0"/>
          <a:chExt cx="0" cy="0"/>
        </a:xfrm>
      </p:grpSpPr>
      <p:grpSp>
        <p:nvGrpSpPr>
          <p:cNvPr id="999" name="Google Shape;999;p27"/>
          <p:cNvGrpSpPr/>
          <p:nvPr/>
        </p:nvGrpSpPr>
        <p:grpSpPr>
          <a:xfrm>
            <a:off x="323424" y="-93100"/>
            <a:ext cx="8497153" cy="5311500"/>
            <a:chOff x="312900" y="-93100"/>
            <a:chExt cx="8578650" cy="5311500"/>
          </a:xfrm>
        </p:grpSpPr>
        <p:cxnSp>
          <p:nvCxnSpPr>
            <p:cNvPr id="1000" name="Google Shape;1000;p27"/>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1" name="Google Shape;1001;p27"/>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2" name="Google Shape;1002;p27"/>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3" name="Google Shape;1003;p27"/>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4" name="Google Shape;1004;p27"/>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5" name="Google Shape;1005;p27"/>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6" name="Google Shape;1006;p27"/>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7" name="Google Shape;1007;p27"/>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8" name="Google Shape;1008;p27"/>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09" name="Google Shape;1009;p27"/>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0" name="Google Shape;1010;p27"/>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1" name="Google Shape;1011;p27"/>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2" name="Google Shape;1012;p27"/>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3" name="Google Shape;1013;p27"/>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4" name="Google Shape;1014;p27"/>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5" name="Google Shape;1015;p27"/>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6" name="Google Shape;1016;p27"/>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7" name="Google Shape;1017;p27"/>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8" name="Google Shape;1018;p27"/>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19" name="Google Shape;1019;p27"/>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20" name="Google Shape;1020;p27"/>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21" name="Google Shape;1021;p27"/>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22" name="Google Shape;1022;p27"/>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1023" name="Google Shape;1023;p27"/>
          <p:cNvSpPr txBox="1">
            <a:spLocks noGrp="1"/>
          </p:cNvSpPr>
          <p:nvPr>
            <p:ph type="title"/>
          </p:nvPr>
        </p:nvSpPr>
        <p:spPr>
          <a:xfrm>
            <a:off x="720000" y="445025"/>
            <a:ext cx="7704000" cy="1173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24" name="Google Shape;1024;p27"/>
          <p:cNvSpPr txBox="1">
            <a:spLocks noGrp="1"/>
          </p:cNvSpPr>
          <p:nvPr>
            <p:ph type="subTitle" idx="1"/>
          </p:nvPr>
        </p:nvSpPr>
        <p:spPr>
          <a:xfrm>
            <a:off x="1114555" y="2484382"/>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25" name="Google Shape;1025;p27"/>
          <p:cNvSpPr txBox="1">
            <a:spLocks noGrp="1"/>
          </p:cNvSpPr>
          <p:nvPr>
            <p:ph type="subTitle" idx="2"/>
          </p:nvPr>
        </p:nvSpPr>
        <p:spPr>
          <a:xfrm>
            <a:off x="3584400" y="2484382"/>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26" name="Google Shape;1026;p27"/>
          <p:cNvSpPr txBox="1">
            <a:spLocks noGrp="1"/>
          </p:cNvSpPr>
          <p:nvPr>
            <p:ph type="subTitle" idx="3"/>
          </p:nvPr>
        </p:nvSpPr>
        <p:spPr>
          <a:xfrm>
            <a:off x="1114555" y="3536782"/>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27" name="Google Shape;1027;p27"/>
          <p:cNvSpPr txBox="1">
            <a:spLocks noGrp="1"/>
          </p:cNvSpPr>
          <p:nvPr>
            <p:ph type="subTitle" idx="4"/>
          </p:nvPr>
        </p:nvSpPr>
        <p:spPr>
          <a:xfrm>
            <a:off x="3584400" y="3536782"/>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28" name="Google Shape;1028;p27"/>
          <p:cNvSpPr txBox="1">
            <a:spLocks noGrp="1"/>
          </p:cNvSpPr>
          <p:nvPr>
            <p:ph type="subTitle" idx="5"/>
          </p:nvPr>
        </p:nvSpPr>
        <p:spPr>
          <a:xfrm>
            <a:off x="6054245" y="2484382"/>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29" name="Google Shape;1029;p27"/>
          <p:cNvSpPr txBox="1">
            <a:spLocks noGrp="1"/>
          </p:cNvSpPr>
          <p:nvPr>
            <p:ph type="subTitle" idx="6"/>
          </p:nvPr>
        </p:nvSpPr>
        <p:spPr>
          <a:xfrm>
            <a:off x="6054245" y="3536782"/>
            <a:ext cx="19752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030" name="Google Shape;1030;p27"/>
          <p:cNvSpPr txBox="1">
            <a:spLocks noGrp="1"/>
          </p:cNvSpPr>
          <p:nvPr>
            <p:ph type="subTitle" idx="7"/>
          </p:nvPr>
        </p:nvSpPr>
        <p:spPr>
          <a:xfrm>
            <a:off x="1113055" y="2222888"/>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1031" name="Google Shape;1031;p27"/>
          <p:cNvSpPr txBox="1">
            <a:spLocks noGrp="1"/>
          </p:cNvSpPr>
          <p:nvPr>
            <p:ph type="subTitle" idx="8"/>
          </p:nvPr>
        </p:nvSpPr>
        <p:spPr>
          <a:xfrm>
            <a:off x="3582900" y="2222888"/>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1032" name="Google Shape;1032;p27"/>
          <p:cNvSpPr txBox="1">
            <a:spLocks noGrp="1"/>
          </p:cNvSpPr>
          <p:nvPr>
            <p:ph type="subTitle" idx="9"/>
          </p:nvPr>
        </p:nvSpPr>
        <p:spPr>
          <a:xfrm>
            <a:off x="6052745" y="2222888"/>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1033" name="Google Shape;1033;p27"/>
          <p:cNvSpPr txBox="1">
            <a:spLocks noGrp="1"/>
          </p:cNvSpPr>
          <p:nvPr>
            <p:ph type="subTitle" idx="13"/>
          </p:nvPr>
        </p:nvSpPr>
        <p:spPr>
          <a:xfrm>
            <a:off x="1113055" y="32741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1034" name="Google Shape;1034;p27"/>
          <p:cNvSpPr txBox="1">
            <a:spLocks noGrp="1"/>
          </p:cNvSpPr>
          <p:nvPr>
            <p:ph type="subTitle" idx="14"/>
          </p:nvPr>
        </p:nvSpPr>
        <p:spPr>
          <a:xfrm>
            <a:off x="3582900" y="32741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
        <p:nvSpPr>
          <p:cNvPr id="1035" name="Google Shape;1035;p27"/>
          <p:cNvSpPr txBox="1">
            <a:spLocks noGrp="1"/>
          </p:cNvSpPr>
          <p:nvPr>
            <p:ph type="subTitle" idx="15"/>
          </p:nvPr>
        </p:nvSpPr>
        <p:spPr>
          <a:xfrm>
            <a:off x="6052745" y="3274150"/>
            <a:ext cx="1978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Lexend SemiBold"/>
              <a:buNone/>
              <a:defRPr sz="1800">
                <a:solidFill>
                  <a:schemeClr val="dk1"/>
                </a:solidFill>
                <a:latin typeface="Lexend SemiBold"/>
                <a:ea typeface="Lexend SemiBold"/>
                <a:cs typeface="Lexend SemiBold"/>
                <a:sym typeface="Lexend SemiBold"/>
              </a:defRPr>
            </a:lvl1pPr>
            <a:lvl2pPr lvl="1"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2pPr>
            <a:lvl3pPr lvl="2"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3pPr>
            <a:lvl4pPr lvl="3"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4pPr>
            <a:lvl5pPr lvl="4"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5pPr>
            <a:lvl6pPr lvl="5"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6pPr>
            <a:lvl7pPr lvl="6"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7pPr>
            <a:lvl8pPr lvl="7"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8pPr>
            <a:lvl9pPr lvl="8" algn="ctr" rtl="0">
              <a:lnSpc>
                <a:spcPct val="100000"/>
              </a:lnSpc>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grpSp>
        <p:nvGrpSpPr>
          <p:cNvPr id="1036" name="Google Shape;1036;p27"/>
          <p:cNvGrpSpPr/>
          <p:nvPr/>
        </p:nvGrpSpPr>
        <p:grpSpPr>
          <a:xfrm>
            <a:off x="-631463" y="2912075"/>
            <a:ext cx="1949874" cy="6294300"/>
            <a:chOff x="-631463" y="2912075"/>
            <a:chExt cx="1949874" cy="6294300"/>
          </a:xfrm>
        </p:grpSpPr>
        <p:sp>
          <p:nvSpPr>
            <p:cNvPr id="1037" name="Google Shape;1037;p27"/>
            <p:cNvSpPr/>
            <p:nvPr/>
          </p:nvSpPr>
          <p:spPr>
            <a:xfrm rot="-5400000">
              <a:off x="-3015113" y="5295725"/>
              <a:ext cx="6294300" cy="15270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038" name="Google Shape;1038;p27"/>
            <p:cNvSpPr/>
            <p:nvPr/>
          </p:nvSpPr>
          <p:spPr>
            <a:xfrm rot="-5400000">
              <a:off x="589111" y="4683048"/>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039" name="Google Shape;1039;p27"/>
            <p:cNvSpPr/>
            <p:nvPr/>
          </p:nvSpPr>
          <p:spPr>
            <a:xfrm rot="-5400000">
              <a:off x="187361" y="3369948"/>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040" name="Google Shape;1040;p27"/>
            <p:cNvSpPr/>
            <p:nvPr/>
          </p:nvSpPr>
          <p:spPr>
            <a:xfrm rot="-5400000">
              <a:off x="436361" y="4164548"/>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041" name="Google Shape;1041;p27"/>
            <p:cNvSpPr/>
            <p:nvPr/>
          </p:nvSpPr>
          <p:spPr>
            <a:xfrm rot="-5400000">
              <a:off x="-233630" y="4497583"/>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042" name="Google Shape;1042;p27"/>
            <p:cNvSpPr/>
            <p:nvPr/>
          </p:nvSpPr>
          <p:spPr>
            <a:xfrm rot="-5400000">
              <a:off x="211423" y="389174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1043" name="Google Shape;1043;p27"/>
          <p:cNvGrpSpPr/>
          <p:nvPr/>
        </p:nvGrpSpPr>
        <p:grpSpPr>
          <a:xfrm>
            <a:off x="-589309" y="282438"/>
            <a:ext cx="10225539" cy="2463220"/>
            <a:chOff x="-589309" y="282438"/>
            <a:chExt cx="10225539" cy="2463220"/>
          </a:xfrm>
        </p:grpSpPr>
        <p:sp>
          <p:nvSpPr>
            <p:cNvPr id="1044" name="Google Shape;1044;p27"/>
            <p:cNvSpPr/>
            <p:nvPr/>
          </p:nvSpPr>
          <p:spPr>
            <a:xfrm rot="-1350516">
              <a:off x="-469518" y="431168"/>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045" name="Google Shape;1045;p27"/>
            <p:cNvSpPr/>
            <p:nvPr/>
          </p:nvSpPr>
          <p:spPr>
            <a:xfrm rot="658775">
              <a:off x="8628787" y="1851443"/>
              <a:ext cx="938784" cy="81223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096"/>
        <p:cNvGrpSpPr/>
        <p:nvPr/>
      </p:nvGrpSpPr>
      <p:grpSpPr>
        <a:xfrm>
          <a:off x="0" y="0"/>
          <a:ext cx="0" cy="0"/>
          <a:chOff x="0" y="0"/>
          <a:chExt cx="0" cy="0"/>
        </a:xfrm>
      </p:grpSpPr>
      <p:grpSp>
        <p:nvGrpSpPr>
          <p:cNvPr id="1097" name="Google Shape;1097;p29"/>
          <p:cNvGrpSpPr/>
          <p:nvPr/>
        </p:nvGrpSpPr>
        <p:grpSpPr>
          <a:xfrm>
            <a:off x="323424" y="-93100"/>
            <a:ext cx="8497153" cy="5311500"/>
            <a:chOff x="312900" y="-93100"/>
            <a:chExt cx="8578650" cy="5311500"/>
          </a:xfrm>
        </p:grpSpPr>
        <p:cxnSp>
          <p:nvCxnSpPr>
            <p:cNvPr id="1098" name="Google Shape;1098;p29"/>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099" name="Google Shape;1099;p29"/>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0" name="Google Shape;1100;p29"/>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1" name="Google Shape;1101;p29"/>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2" name="Google Shape;1102;p29"/>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3" name="Google Shape;1103;p29"/>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4" name="Google Shape;1104;p29"/>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5" name="Google Shape;1105;p29"/>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6" name="Google Shape;1106;p29"/>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7" name="Google Shape;1107;p29"/>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8" name="Google Shape;1108;p29"/>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09" name="Google Shape;1109;p29"/>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0" name="Google Shape;1110;p29"/>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1" name="Google Shape;1111;p29"/>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2" name="Google Shape;1112;p29"/>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3" name="Google Shape;1113;p29"/>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4" name="Google Shape;1114;p29"/>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5" name="Google Shape;1115;p29"/>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6" name="Google Shape;1116;p29"/>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7" name="Google Shape;1117;p29"/>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8" name="Google Shape;1118;p29"/>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19" name="Google Shape;1119;p29"/>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20" name="Google Shape;1120;p29"/>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sp>
        <p:nvSpPr>
          <p:cNvPr id="1121" name="Google Shape;1121;p29"/>
          <p:cNvSpPr txBox="1">
            <a:spLocks noGrp="1"/>
          </p:cNvSpPr>
          <p:nvPr>
            <p:ph type="title"/>
          </p:nvPr>
        </p:nvSpPr>
        <p:spPr>
          <a:xfrm>
            <a:off x="2347950" y="805625"/>
            <a:ext cx="4448100" cy="105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2" name="Google Shape;1122;p29"/>
          <p:cNvSpPr txBox="1">
            <a:spLocks noGrp="1"/>
          </p:cNvSpPr>
          <p:nvPr>
            <p:ph type="subTitle" idx="1"/>
          </p:nvPr>
        </p:nvSpPr>
        <p:spPr>
          <a:xfrm>
            <a:off x="2347900" y="1746525"/>
            <a:ext cx="4448100" cy="100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1123" name="Google Shape;1123;p29"/>
          <p:cNvGrpSpPr/>
          <p:nvPr/>
        </p:nvGrpSpPr>
        <p:grpSpPr>
          <a:xfrm rot="10800000" flipH="1">
            <a:off x="-519750" y="-821900"/>
            <a:ext cx="10369825" cy="6798813"/>
            <a:chOff x="-519750" y="-741612"/>
            <a:chExt cx="10369825" cy="6798813"/>
          </a:xfrm>
        </p:grpSpPr>
        <p:sp>
          <p:nvSpPr>
            <p:cNvPr id="1124" name="Google Shape;1124;p29"/>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25" name="Google Shape;1125;p29"/>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1126" name="Google Shape;1126;p29"/>
          <p:cNvGrpSpPr/>
          <p:nvPr/>
        </p:nvGrpSpPr>
        <p:grpSpPr>
          <a:xfrm rot="10800000" flipH="1">
            <a:off x="-4756678" y="3639650"/>
            <a:ext cx="8220278" cy="2682675"/>
            <a:chOff x="-4756678" y="-1087025"/>
            <a:chExt cx="8220278" cy="2682675"/>
          </a:xfrm>
        </p:grpSpPr>
        <p:sp>
          <p:nvSpPr>
            <p:cNvPr id="1127" name="Google Shape;1127;p29"/>
            <p:cNvSpPr/>
            <p:nvPr/>
          </p:nvSpPr>
          <p:spPr>
            <a:xfrm rot="10800000">
              <a:off x="-470025" y="78355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28" name="Google Shape;1128;p29"/>
            <p:cNvSpPr/>
            <p:nvPr/>
          </p:nvSpPr>
          <p:spPr>
            <a:xfrm>
              <a:off x="-4756678" y="-10870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29" name="Google Shape;1129;p29"/>
            <p:cNvSpPr/>
            <p:nvPr/>
          </p:nvSpPr>
          <p:spPr>
            <a:xfrm>
              <a:off x="2734300" y="-426750"/>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30" name="Google Shape;1130;p29"/>
            <p:cNvSpPr/>
            <p:nvPr/>
          </p:nvSpPr>
          <p:spPr>
            <a:xfrm>
              <a:off x="2038650" y="189700"/>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31" name="Google Shape;1131;p29"/>
            <p:cNvSpPr/>
            <p:nvPr/>
          </p:nvSpPr>
          <p:spPr>
            <a:xfrm>
              <a:off x="1592000" y="314200"/>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32" name="Google Shape;1132;p29"/>
            <p:cNvSpPr/>
            <p:nvPr/>
          </p:nvSpPr>
          <p:spPr>
            <a:xfrm>
              <a:off x="194125" y="143399"/>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133" name="Google Shape;1133;p29"/>
            <p:cNvSpPr/>
            <p:nvPr/>
          </p:nvSpPr>
          <p:spPr>
            <a:xfrm>
              <a:off x="1298000" y="5394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1134" name="Google Shape;1134;p29"/>
          <p:cNvGrpSpPr/>
          <p:nvPr/>
        </p:nvGrpSpPr>
        <p:grpSpPr>
          <a:xfrm rot="10800000" flipH="1">
            <a:off x="5224575" y="-1087025"/>
            <a:ext cx="8332272" cy="2641425"/>
            <a:chOff x="5224575" y="3680900"/>
            <a:chExt cx="8332272" cy="2641425"/>
          </a:xfrm>
        </p:grpSpPr>
        <p:sp>
          <p:nvSpPr>
            <p:cNvPr id="1135" name="Google Shape;1135;p29"/>
            <p:cNvSpPr/>
            <p:nvPr/>
          </p:nvSpPr>
          <p:spPr>
            <a:xfrm>
              <a:off x="8699850" y="368090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36" name="Google Shape;1136;p29"/>
            <p:cNvSpPr/>
            <p:nvPr/>
          </p:nvSpPr>
          <p:spPr>
            <a:xfrm>
              <a:off x="5638947" y="44014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37" name="Google Shape;1137;p29"/>
            <p:cNvSpPr/>
            <p:nvPr/>
          </p:nvSpPr>
          <p:spPr>
            <a:xfrm>
              <a:off x="6552925" y="46964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138" name="Google Shape;1138;p29"/>
            <p:cNvSpPr/>
            <p:nvPr/>
          </p:nvSpPr>
          <p:spPr>
            <a:xfrm>
              <a:off x="5224575" y="47686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39" name="Google Shape;1139;p29"/>
            <p:cNvSpPr/>
            <p:nvPr/>
          </p:nvSpPr>
          <p:spPr>
            <a:xfrm>
              <a:off x="8080975" y="46964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40" name="Google Shape;1140;p29"/>
            <p:cNvSpPr/>
            <p:nvPr/>
          </p:nvSpPr>
          <p:spPr>
            <a:xfrm>
              <a:off x="7627800" y="49860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41" name="Google Shape;1141;p29"/>
            <p:cNvSpPr/>
            <p:nvPr/>
          </p:nvSpPr>
          <p:spPr>
            <a:xfrm>
              <a:off x="8758950" y="46964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1142" name="Google Shape;1142;p29"/>
          <p:cNvSpPr txBox="1"/>
          <p:nvPr/>
        </p:nvSpPr>
        <p:spPr>
          <a:xfrm>
            <a:off x="2347900" y="2790500"/>
            <a:ext cx="4448100" cy="443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a:solidFill>
                  <a:schemeClr val="dk1"/>
                </a:solidFill>
                <a:latin typeface="Lexend"/>
                <a:ea typeface="Lexend"/>
                <a:cs typeface="Lexend"/>
                <a:sym typeface="Lexend"/>
              </a:rPr>
              <a:t>CREDITS: This presentation template was created by </a:t>
            </a:r>
            <a:r>
              <a:rPr lang="en" sz="1000" b="1" u="sng">
                <a:solidFill>
                  <a:schemeClr val="dk1"/>
                </a:solidFill>
                <a:latin typeface="Lexend"/>
                <a:ea typeface="Lexend"/>
                <a:cs typeface="Lexend"/>
                <a:sym typeface="Lexend"/>
                <a:hlinkClick r:id="rId2">
                  <a:extLst>
                    <a:ext uri="{A12FA001-AC4F-418D-AE19-62706E023703}">
                      <ahyp:hlinkClr xmlns:ahyp="http://schemas.microsoft.com/office/drawing/2018/hyperlinkcolor" val="tx"/>
                    </a:ext>
                  </a:extLst>
                </a:hlinkClick>
              </a:rPr>
              <a:t>Slidesgo</a:t>
            </a:r>
            <a:r>
              <a:rPr lang="en" sz="1000">
                <a:solidFill>
                  <a:schemeClr val="dk1"/>
                </a:solidFill>
                <a:latin typeface="Lexend"/>
                <a:ea typeface="Lexend"/>
                <a:cs typeface="Lexend"/>
                <a:sym typeface="Lexend"/>
              </a:rPr>
              <a:t>, and includes icons by </a:t>
            </a:r>
            <a:r>
              <a:rPr lang="en" sz="1000" b="1" u="sng">
                <a:solidFill>
                  <a:schemeClr val="dk1"/>
                </a:solidFill>
                <a:latin typeface="Lexend"/>
                <a:ea typeface="Lexend"/>
                <a:cs typeface="Lexend"/>
                <a:sym typeface="Lexend"/>
                <a:hlinkClick r:id="rId3">
                  <a:extLst>
                    <a:ext uri="{A12FA001-AC4F-418D-AE19-62706E023703}">
                      <ahyp:hlinkClr xmlns:ahyp="http://schemas.microsoft.com/office/drawing/2018/hyperlinkcolor" val="tx"/>
                    </a:ext>
                  </a:extLst>
                </a:hlinkClick>
              </a:rPr>
              <a:t>Flaticon</a:t>
            </a:r>
            <a:r>
              <a:rPr lang="en" sz="1000" b="1">
                <a:solidFill>
                  <a:schemeClr val="dk1"/>
                </a:solidFill>
                <a:latin typeface="Lexend"/>
                <a:ea typeface="Lexend"/>
                <a:cs typeface="Lexend"/>
                <a:sym typeface="Lexend"/>
              </a:rPr>
              <a:t> </a:t>
            </a:r>
            <a:r>
              <a:rPr lang="en" sz="1000">
                <a:solidFill>
                  <a:schemeClr val="dk1"/>
                </a:solidFill>
                <a:latin typeface="Lexend"/>
                <a:ea typeface="Lexend"/>
                <a:cs typeface="Lexend"/>
                <a:sym typeface="Lexend"/>
              </a:rPr>
              <a:t>and infographics &amp; images by </a:t>
            </a:r>
            <a:r>
              <a:rPr lang="en" sz="1000" b="1" u="sng">
                <a:solidFill>
                  <a:schemeClr val="dk1"/>
                </a:solidFill>
                <a:latin typeface="Lexend"/>
                <a:ea typeface="Lexend"/>
                <a:cs typeface="Lexend"/>
                <a:sym typeface="Lexend"/>
                <a:hlinkClick r:id="rId4">
                  <a:extLst>
                    <a:ext uri="{A12FA001-AC4F-418D-AE19-62706E023703}">
                      <ahyp:hlinkClr xmlns:ahyp="http://schemas.microsoft.com/office/drawing/2018/hyperlinkcolor" val="tx"/>
                    </a:ext>
                  </a:extLst>
                </a:hlinkClick>
              </a:rPr>
              <a:t>Freepik</a:t>
            </a:r>
            <a:endParaRPr sz="1000" b="1" u="sng">
              <a:solidFill>
                <a:schemeClr val="dk1"/>
              </a:solidFill>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143"/>
        <p:cNvGrpSpPr/>
        <p:nvPr/>
      </p:nvGrpSpPr>
      <p:grpSpPr>
        <a:xfrm>
          <a:off x="0" y="0"/>
          <a:ext cx="0" cy="0"/>
          <a:chOff x="0" y="0"/>
          <a:chExt cx="0" cy="0"/>
        </a:xfrm>
      </p:grpSpPr>
      <p:grpSp>
        <p:nvGrpSpPr>
          <p:cNvPr id="1144" name="Google Shape;1144;p30"/>
          <p:cNvGrpSpPr/>
          <p:nvPr/>
        </p:nvGrpSpPr>
        <p:grpSpPr>
          <a:xfrm>
            <a:off x="323424" y="-93100"/>
            <a:ext cx="8497153" cy="5311500"/>
            <a:chOff x="312900" y="-93100"/>
            <a:chExt cx="8578650" cy="5311500"/>
          </a:xfrm>
        </p:grpSpPr>
        <p:cxnSp>
          <p:nvCxnSpPr>
            <p:cNvPr id="1145" name="Google Shape;1145;p30"/>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46" name="Google Shape;1146;p30"/>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47" name="Google Shape;1147;p30"/>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48" name="Google Shape;1148;p30"/>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49" name="Google Shape;1149;p30"/>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0" name="Google Shape;1150;p30"/>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1" name="Google Shape;1151;p30"/>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2" name="Google Shape;1152;p30"/>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3" name="Google Shape;1153;p30"/>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4" name="Google Shape;1154;p30"/>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5" name="Google Shape;1155;p30"/>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6" name="Google Shape;1156;p30"/>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7" name="Google Shape;1157;p30"/>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8" name="Google Shape;1158;p30"/>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59" name="Google Shape;1159;p30"/>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0" name="Google Shape;1160;p30"/>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1" name="Google Shape;1161;p30"/>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2" name="Google Shape;1162;p30"/>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3" name="Google Shape;1163;p30"/>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4" name="Google Shape;1164;p30"/>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5" name="Google Shape;1165;p30"/>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6" name="Google Shape;1166;p30"/>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67" name="Google Shape;1167;p30"/>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grpSp>
        <p:nvGrpSpPr>
          <p:cNvPr id="1168" name="Google Shape;1168;p30"/>
          <p:cNvGrpSpPr/>
          <p:nvPr/>
        </p:nvGrpSpPr>
        <p:grpSpPr>
          <a:xfrm>
            <a:off x="-519750" y="-741612"/>
            <a:ext cx="10369825" cy="6798813"/>
            <a:chOff x="-519750" y="-741612"/>
            <a:chExt cx="10369825" cy="6798813"/>
          </a:xfrm>
        </p:grpSpPr>
        <p:sp>
          <p:nvSpPr>
            <p:cNvPr id="1169" name="Google Shape;1169;p30"/>
            <p:cNvSpPr/>
            <p:nvPr/>
          </p:nvSpPr>
          <p:spPr>
            <a:xfrm>
              <a:off x="8223775" y="-74161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70" name="Google Shape;1170;p30"/>
            <p:cNvSpPr/>
            <p:nvPr/>
          </p:nvSpPr>
          <p:spPr>
            <a:xfrm>
              <a:off x="-519750" y="460400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1171" name="Google Shape;1171;p30"/>
          <p:cNvGrpSpPr/>
          <p:nvPr/>
        </p:nvGrpSpPr>
        <p:grpSpPr>
          <a:xfrm>
            <a:off x="-4756678" y="-1087025"/>
            <a:ext cx="8220278" cy="2682675"/>
            <a:chOff x="-4756678" y="-1087025"/>
            <a:chExt cx="8220278" cy="2682675"/>
          </a:xfrm>
        </p:grpSpPr>
        <p:sp>
          <p:nvSpPr>
            <p:cNvPr id="1172" name="Google Shape;1172;p30"/>
            <p:cNvSpPr/>
            <p:nvPr/>
          </p:nvSpPr>
          <p:spPr>
            <a:xfrm rot="10800000">
              <a:off x="-470025" y="78355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73" name="Google Shape;1173;p30"/>
            <p:cNvSpPr/>
            <p:nvPr/>
          </p:nvSpPr>
          <p:spPr>
            <a:xfrm>
              <a:off x="-4756678" y="-10870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74" name="Google Shape;1174;p30"/>
            <p:cNvSpPr/>
            <p:nvPr/>
          </p:nvSpPr>
          <p:spPr>
            <a:xfrm>
              <a:off x="2734300" y="-426750"/>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75" name="Google Shape;1175;p30"/>
            <p:cNvSpPr/>
            <p:nvPr/>
          </p:nvSpPr>
          <p:spPr>
            <a:xfrm>
              <a:off x="2038650" y="189700"/>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76" name="Google Shape;1176;p30"/>
            <p:cNvSpPr/>
            <p:nvPr/>
          </p:nvSpPr>
          <p:spPr>
            <a:xfrm>
              <a:off x="1592000" y="314200"/>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77" name="Google Shape;1177;p30"/>
            <p:cNvSpPr/>
            <p:nvPr/>
          </p:nvSpPr>
          <p:spPr>
            <a:xfrm>
              <a:off x="194125" y="143399"/>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178" name="Google Shape;1178;p30"/>
            <p:cNvSpPr/>
            <p:nvPr/>
          </p:nvSpPr>
          <p:spPr>
            <a:xfrm>
              <a:off x="1298000" y="5394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grpSp>
        <p:nvGrpSpPr>
          <p:cNvPr id="1179" name="Google Shape;1179;p30"/>
          <p:cNvGrpSpPr/>
          <p:nvPr/>
        </p:nvGrpSpPr>
        <p:grpSpPr>
          <a:xfrm>
            <a:off x="5224575" y="3680900"/>
            <a:ext cx="8332272" cy="2641425"/>
            <a:chOff x="5224575" y="3680900"/>
            <a:chExt cx="8332272" cy="2641425"/>
          </a:xfrm>
        </p:grpSpPr>
        <p:sp>
          <p:nvSpPr>
            <p:cNvPr id="1180" name="Google Shape;1180;p30"/>
            <p:cNvSpPr/>
            <p:nvPr/>
          </p:nvSpPr>
          <p:spPr>
            <a:xfrm>
              <a:off x="8699850" y="3680900"/>
              <a:ext cx="939000" cy="81210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81" name="Google Shape;1181;p30"/>
            <p:cNvSpPr/>
            <p:nvPr/>
          </p:nvSpPr>
          <p:spPr>
            <a:xfrm>
              <a:off x="5638947" y="4401425"/>
              <a:ext cx="7917900" cy="1920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82" name="Google Shape;1182;p30"/>
            <p:cNvSpPr/>
            <p:nvPr/>
          </p:nvSpPr>
          <p:spPr>
            <a:xfrm>
              <a:off x="6552925" y="46964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183" name="Google Shape;1183;p30"/>
            <p:cNvSpPr/>
            <p:nvPr/>
          </p:nvSpPr>
          <p:spPr>
            <a:xfrm>
              <a:off x="5224575" y="47686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84" name="Google Shape;1184;p30"/>
            <p:cNvSpPr/>
            <p:nvPr/>
          </p:nvSpPr>
          <p:spPr>
            <a:xfrm>
              <a:off x="8080975" y="46964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85" name="Google Shape;1185;p30"/>
            <p:cNvSpPr/>
            <p:nvPr/>
          </p:nvSpPr>
          <p:spPr>
            <a:xfrm>
              <a:off x="7627800" y="4986088"/>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186" name="Google Shape;1186;p30"/>
            <p:cNvSpPr/>
            <p:nvPr/>
          </p:nvSpPr>
          <p:spPr>
            <a:xfrm>
              <a:off x="8758950" y="46964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87"/>
        <p:cNvGrpSpPr/>
        <p:nvPr/>
      </p:nvGrpSpPr>
      <p:grpSpPr>
        <a:xfrm>
          <a:off x="0" y="0"/>
          <a:ext cx="0" cy="0"/>
          <a:chOff x="0" y="0"/>
          <a:chExt cx="0" cy="0"/>
        </a:xfrm>
      </p:grpSpPr>
      <p:grpSp>
        <p:nvGrpSpPr>
          <p:cNvPr id="1188" name="Google Shape;1188;p31"/>
          <p:cNvGrpSpPr/>
          <p:nvPr/>
        </p:nvGrpSpPr>
        <p:grpSpPr>
          <a:xfrm rot="10800000" flipH="1">
            <a:off x="323424" y="-93100"/>
            <a:ext cx="8497153" cy="5311500"/>
            <a:chOff x="312900" y="-93100"/>
            <a:chExt cx="8578650" cy="5311500"/>
          </a:xfrm>
        </p:grpSpPr>
        <p:cxnSp>
          <p:nvCxnSpPr>
            <p:cNvPr id="1189" name="Google Shape;1189;p31"/>
            <p:cNvCxnSpPr/>
            <p:nvPr/>
          </p:nvCxnSpPr>
          <p:spPr>
            <a:xfrm>
              <a:off x="312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0" name="Google Shape;1190;p31"/>
            <p:cNvCxnSpPr/>
            <p:nvPr/>
          </p:nvCxnSpPr>
          <p:spPr>
            <a:xfrm>
              <a:off x="700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1" name="Google Shape;1191;p31"/>
            <p:cNvCxnSpPr/>
            <p:nvPr/>
          </p:nvCxnSpPr>
          <p:spPr>
            <a:xfrm>
              <a:off x="1102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2" name="Google Shape;1192;p31"/>
            <p:cNvCxnSpPr/>
            <p:nvPr/>
          </p:nvCxnSpPr>
          <p:spPr>
            <a:xfrm>
              <a:off x="1490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3" name="Google Shape;1193;p31"/>
            <p:cNvCxnSpPr/>
            <p:nvPr/>
          </p:nvCxnSpPr>
          <p:spPr>
            <a:xfrm>
              <a:off x="18619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4" name="Google Shape;1194;p31"/>
            <p:cNvCxnSpPr/>
            <p:nvPr/>
          </p:nvCxnSpPr>
          <p:spPr>
            <a:xfrm>
              <a:off x="224980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5" name="Google Shape;1195;p31"/>
            <p:cNvCxnSpPr/>
            <p:nvPr/>
          </p:nvCxnSpPr>
          <p:spPr>
            <a:xfrm>
              <a:off x="26515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6" name="Google Shape;1196;p31"/>
            <p:cNvCxnSpPr/>
            <p:nvPr/>
          </p:nvCxnSpPr>
          <p:spPr>
            <a:xfrm>
              <a:off x="3039438"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7" name="Google Shape;1197;p31"/>
            <p:cNvCxnSpPr/>
            <p:nvPr/>
          </p:nvCxnSpPr>
          <p:spPr>
            <a:xfrm>
              <a:off x="343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8" name="Google Shape;1198;p31"/>
            <p:cNvCxnSpPr/>
            <p:nvPr/>
          </p:nvCxnSpPr>
          <p:spPr>
            <a:xfrm>
              <a:off x="382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199" name="Google Shape;1199;p31"/>
            <p:cNvCxnSpPr/>
            <p:nvPr/>
          </p:nvCxnSpPr>
          <p:spPr>
            <a:xfrm>
              <a:off x="422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0" name="Google Shape;1200;p31"/>
            <p:cNvCxnSpPr/>
            <p:nvPr/>
          </p:nvCxnSpPr>
          <p:spPr>
            <a:xfrm>
              <a:off x="461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1" name="Google Shape;1201;p31"/>
            <p:cNvCxnSpPr/>
            <p:nvPr/>
          </p:nvCxnSpPr>
          <p:spPr>
            <a:xfrm>
              <a:off x="498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2" name="Google Shape;1202;p31"/>
            <p:cNvCxnSpPr/>
            <p:nvPr/>
          </p:nvCxnSpPr>
          <p:spPr>
            <a:xfrm>
              <a:off x="536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3" name="Google Shape;1203;p31"/>
            <p:cNvCxnSpPr/>
            <p:nvPr/>
          </p:nvCxnSpPr>
          <p:spPr>
            <a:xfrm>
              <a:off x="5771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4" name="Google Shape;1204;p31"/>
            <p:cNvCxnSpPr/>
            <p:nvPr/>
          </p:nvCxnSpPr>
          <p:spPr>
            <a:xfrm>
              <a:off x="6159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5" name="Google Shape;1205;p31"/>
            <p:cNvCxnSpPr/>
            <p:nvPr/>
          </p:nvCxnSpPr>
          <p:spPr>
            <a:xfrm>
              <a:off x="6552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6" name="Google Shape;1206;p31"/>
            <p:cNvCxnSpPr/>
            <p:nvPr/>
          </p:nvCxnSpPr>
          <p:spPr>
            <a:xfrm>
              <a:off x="6940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7" name="Google Shape;1207;p31"/>
            <p:cNvCxnSpPr/>
            <p:nvPr/>
          </p:nvCxnSpPr>
          <p:spPr>
            <a:xfrm>
              <a:off x="73425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8" name="Google Shape;1208;p31"/>
            <p:cNvCxnSpPr/>
            <p:nvPr/>
          </p:nvCxnSpPr>
          <p:spPr>
            <a:xfrm>
              <a:off x="7730450"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09" name="Google Shape;1209;p31"/>
            <p:cNvCxnSpPr/>
            <p:nvPr/>
          </p:nvCxnSpPr>
          <p:spPr>
            <a:xfrm>
              <a:off x="81019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10" name="Google Shape;1210;p31"/>
            <p:cNvCxnSpPr/>
            <p:nvPr/>
          </p:nvCxnSpPr>
          <p:spPr>
            <a:xfrm>
              <a:off x="8489813" y="-93100"/>
              <a:ext cx="0" cy="5311500"/>
            </a:xfrm>
            <a:prstGeom prst="straightConnector1">
              <a:avLst/>
            </a:prstGeom>
            <a:noFill/>
            <a:ln w="9525" cap="flat" cmpd="sng">
              <a:solidFill>
                <a:schemeClr val="accent1"/>
              </a:solidFill>
              <a:prstDash val="solid"/>
              <a:round/>
              <a:headEnd type="none" w="med" len="med"/>
              <a:tailEnd type="none" w="med" len="med"/>
            </a:ln>
          </p:spPr>
        </p:cxnSp>
        <p:cxnSp>
          <p:nvCxnSpPr>
            <p:cNvPr id="1211" name="Google Shape;1211;p31"/>
            <p:cNvCxnSpPr/>
            <p:nvPr/>
          </p:nvCxnSpPr>
          <p:spPr>
            <a:xfrm>
              <a:off x="8891550" y="-93100"/>
              <a:ext cx="0" cy="5311500"/>
            </a:xfrm>
            <a:prstGeom prst="straightConnector1">
              <a:avLst/>
            </a:prstGeom>
            <a:noFill/>
            <a:ln w="9525" cap="flat" cmpd="sng">
              <a:solidFill>
                <a:schemeClr val="accent1"/>
              </a:solidFill>
              <a:prstDash val="solid"/>
              <a:round/>
              <a:headEnd type="none" w="med" len="med"/>
              <a:tailEnd type="none" w="med" len="med"/>
            </a:ln>
          </p:spPr>
        </p:cxnSp>
      </p:grpSp>
      <p:grpSp>
        <p:nvGrpSpPr>
          <p:cNvPr id="1212" name="Google Shape;1212;p31"/>
          <p:cNvGrpSpPr/>
          <p:nvPr/>
        </p:nvGrpSpPr>
        <p:grpSpPr>
          <a:xfrm rot="10800000" flipH="1">
            <a:off x="-922550" y="-1071625"/>
            <a:ext cx="10609700" cy="6467463"/>
            <a:chOff x="-922550" y="-237460"/>
            <a:chExt cx="10609700" cy="6467463"/>
          </a:xfrm>
        </p:grpSpPr>
        <p:sp>
          <p:nvSpPr>
            <p:cNvPr id="1213" name="Google Shape;1213;p31"/>
            <p:cNvSpPr/>
            <p:nvPr/>
          </p:nvSpPr>
          <p:spPr>
            <a:xfrm rot="10800000" flipH="1">
              <a:off x="8060850" y="4604002"/>
              <a:ext cx="1626300" cy="16260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214" name="Google Shape;1214;p31"/>
            <p:cNvSpPr/>
            <p:nvPr/>
          </p:nvSpPr>
          <p:spPr>
            <a:xfrm rot="10800000" flipH="1">
              <a:off x="-922550" y="-237460"/>
              <a:ext cx="1453200" cy="14532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
        <p:nvSpPr>
          <p:cNvPr id="1215" name="Google Shape;1215;p31"/>
          <p:cNvSpPr/>
          <p:nvPr/>
        </p:nvSpPr>
        <p:spPr>
          <a:xfrm rot="9449484">
            <a:off x="243823" y="15544"/>
            <a:ext cx="938817" cy="812240"/>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nvGrpSpPr>
          <p:cNvPr id="1216" name="Google Shape;1216;p31"/>
          <p:cNvGrpSpPr/>
          <p:nvPr/>
        </p:nvGrpSpPr>
        <p:grpSpPr>
          <a:xfrm rot="10800000" flipH="1">
            <a:off x="7733161" y="2074402"/>
            <a:ext cx="2049576" cy="6594000"/>
            <a:chOff x="7733161" y="-3510025"/>
            <a:chExt cx="2049576" cy="6594000"/>
          </a:xfrm>
        </p:grpSpPr>
        <p:sp>
          <p:nvSpPr>
            <p:cNvPr id="1217" name="Google Shape;1217;p31"/>
            <p:cNvSpPr/>
            <p:nvPr/>
          </p:nvSpPr>
          <p:spPr>
            <a:xfrm rot="5400000" flipH="1">
              <a:off x="5685937" y="-1012825"/>
              <a:ext cx="6594000" cy="1599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218" name="Google Shape;1218;p31"/>
            <p:cNvSpPr/>
            <p:nvPr/>
          </p:nvSpPr>
          <p:spPr>
            <a:xfrm rot="5400000" flipH="1">
              <a:off x="7733161" y="-482302"/>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219" name="Google Shape;1219;p31"/>
            <p:cNvSpPr/>
            <p:nvPr/>
          </p:nvSpPr>
          <p:spPr>
            <a:xfrm rot="5400000" flipH="1">
              <a:off x="8699111" y="1166048"/>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220" name="Google Shape;1220;p31"/>
            <p:cNvSpPr/>
            <p:nvPr/>
          </p:nvSpPr>
          <p:spPr>
            <a:xfrm rot="5400000" flipH="1">
              <a:off x="8682586" y="1768823"/>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221" name="Google Shape;1221;p31"/>
            <p:cNvSpPr/>
            <p:nvPr/>
          </p:nvSpPr>
          <p:spPr>
            <a:xfrm rot="5400000" flipH="1">
              <a:off x="8481446" y="2349058"/>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222" name="Google Shape;1222;p31"/>
            <p:cNvSpPr/>
            <p:nvPr/>
          </p:nvSpPr>
          <p:spPr>
            <a:xfrm rot="5400000" flipH="1">
              <a:off x="8682573" y="89837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223" name="Google Shape;1223;p31"/>
            <p:cNvSpPr/>
            <p:nvPr/>
          </p:nvSpPr>
          <p:spPr>
            <a:xfrm rot="5400000" flipH="1">
              <a:off x="8775311" y="55948"/>
              <a:ext cx="729300" cy="7293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Lexend Medium"/>
              <a:buNone/>
              <a:defRPr sz="3500">
                <a:solidFill>
                  <a:schemeClr val="dk1"/>
                </a:solidFill>
                <a:latin typeface="Lexend Medium"/>
                <a:ea typeface="Lexend Medium"/>
                <a:cs typeface="Lexend Medium"/>
                <a:sym typeface="Lexend Medium"/>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marL="914400" lvl="1"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marL="1371600" lvl="2"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marL="1828800" lvl="3"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marL="2286000" lvl="4"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marL="2743200" lvl="5"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marL="3200400" lvl="6"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marL="3657600" lvl="7" indent="-304800" rtl="0">
              <a:lnSpc>
                <a:spcPct val="100000"/>
              </a:lnSpc>
              <a:spcBef>
                <a:spcPts val="160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marL="4114800" lvl="8" indent="-304800" rtl="0">
              <a:lnSpc>
                <a:spcPct val="100000"/>
              </a:lnSpc>
              <a:spcBef>
                <a:spcPts val="1600"/>
              </a:spcBef>
              <a:spcAft>
                <a:spcPts val="1600"/>
              </a:spcAft>
              <a:buClr>
                <a:schemeClr val="dk1"/>
              </a:buClr>
              <a:buSzPts val="1200"/>
              <a:buFont typeface="Lexend"/>
              <a:buChar char="■"/>
              <a:defRPr sz="1200">
                <a:solidFill>
                  <a:schemeClr val="dk1"/>
                </a:solidFill>
                <a:latin typeface="Lexend"/>
                <a:ea typeface="Lexend"/>
                <a:cs typeface="Lexend"/>
                <a:sym typeface="Lexe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8" r:id="rId9"/>
    <p:sldLayoutId id="2147483661" r:id="rId10"/>
    <p:sldLayoutId id="2147483662" r:id="rId11"/>
    <p:sldLayoutId id="2147483663" r:id="rId12"/>
    <p:sldLayoutId id="2147483669" r:id="rId13"/>
    <p:sldLayoutId id="2147483672" r:id="rId14"/>
    <p:sldLayoutId id="2147483673" r:id="rId15"/>
    <p:sldLayoutId id="2147483675" r:id="rId16"/>
    <p:sldLayoutId id="2147483676" r:id="rId17"/>
    <p:sldLayoutId id="2147483677"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35"/>
          <p:cNvSpPr txBox="1">
            <a:spLocks noGrp="1"/>
          </p:cNvSpPr>
          <p:nvPr>
            <p:ph type="ctrTitle"/>
          </p:nvPr>
        </p:nvSpPr>
        <p:spPr>
          <a:xfrm>
            <a:off x="1831350" y="440565"/>
            <a:ext cx="5481300" cy="326136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b="1" dirty="0">
                <a:latin typeface="Times New Roman" panose="02020603050405020304" pitchFamily="18" charset="0"/>
                <a:ea typeface="Calibri" panose="020F0502020204030204" pitchFamily="34" charset="0"/>
                <a:cs typeface="Times New Roman" panose="02020603050405020304" pitchFamily="18" charset="0"/>
              </a:rPr>
              <a:t>Twitter</a:t>
            </a:r>
            <a:br>
              <a:rPr lang="en" sz="4800" b="1" dirty="0">
                <a:latin typeface="Times New Roman" panose="02020603050405020304" pitchFamily="18" charset="0"/>
                <a:ea typeface="Calibri" panose="020F0502020204030204" pitchFamily="34" charset="0"/>
                <a:cs typeface="Times New Roman" panose="02020603050405020304" pitchFamily="18" charset="0"/>
              </a:rPr>
            </a:br>
            <a:r>
              <a:rPr lang="en" sz="4800" b="1" dirty="0">
                <a:latin typeface="Times New Roman" panose="02020603050405020304" pitchFamily="18" charset="0"/>
                <a:ea typeface="Calibri" panose="020F0502020204030204" pitchFamily="34" charset="0"/>
                <a:cs typeface="Times New Roman" panose="02020603050405020304" pitchFamily="18" charset="0"/>
              </a:rPr>
              <a:t>Sentimental </a:t>
            </a:r>
            <a:br>
              <a:rPr lang="en" sz="4800" b="1" dirty="0">
                <a:latin typeface="Times New Roman" panose="02020603050405020304" pitchFamily="18" charset="0"/>
                <a:ea typeface="Calibri" panose="020F0502020204030204" pitchFamily="34" charset="0"/>
                <a:cs typeface="Times New Roman" panose="02020603050405020304" pitchFamily="18" charset="0"/>
              </a:rPr>
            </a:br>
            <a:r>
              <a:rPr lang="en" sz="4800" b="1" dirty="0">
                <a:latin typeface="Times New Roman" panose="02020603050405020304" pitchFamily="18" charset="0"/>
                <a:ea typeface="Calibri" panose="020F0502020204030204" pitchFamily="34" charset="0"/>
                <a:cs typeface="Times New Roman" panose="02020603050405020304" pitchFamily="18" charset="0"/>
              </a:rPr>
              <a:t>Analysis</a:t>
            </a:r>
            <a:br>
              <a:rPr lang="en" sz="6600" b="1" dirty="0">
                <a:latin typeface="Times New Roman" panose="02020603050405020304" pitchFamily="18" charset="0"/>
                <a:ea typeface="Calibri" panose="020F0502020204030204" pitchFamily="34" charset="0"/>
                <a:cs typeface="Times New Roman" panose="02020603050405020304" pitchFamily="18" charset="0"/>
              </a:rPr>
            </a:br>
            <a:endParaRPr sz="66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36" name="Google Shape;1236;p35"/>
          <p:cNvSpPr/>
          <p:nvPr/>
        </p:nvSpPr>
        <p:spPr>
          <a:xfrm>
            <a:off x="3410900" y="3701925"/>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3" name="Picture 2">
            <a:extLst>
              <a:ext uri="{FF2B5EF4-FFF2-40B4-BE49-F238E27FC236}">
                <a16:creationId xmlns:a16="http://schemas.microsoft.com/office/drawing/2014/main" id="{F42BACBC-3EAA-FBCA-42EA-E0CEA7343E3B}"/>
              </a:ext>
            </a:extLst>
          </p:cNvPr>
          <p:cNvPicPr>
            <a:picLocks noChangeAspect="1"/>
          </p:cNvPicPr>
          <p:nvPr/>
        </p:nvPicPr>
        <p:blipFill>
          <a:blip r:embed="rId3"/>
          <a:stretch>
            <a:fillRect/>
          </a:stretch>
        </p:blipFill>
        <p:spPr>
          <a:xfrm>
            <a:off x="3004700" y="3341685"/>
            <a:ext cx="3124200" cy="1714500"/>
          </a:xfrm>
          <a:prstGeom prst="rect">
            <a:avLst/>
          </a:prstGeom>
          <a:ln w="57150">
            <a:solidFill>
              <a:schemeClr val="tx1"/>
            </a:solidFill>
          </a:ln>
        </p:spPr>
      </p:pic>
      <p:sp>
        <p:nvSpPr>
          <p:cNvPr id="4" name="TextBox 3">
            <a:extLst>
              <a:ext uri="{FF2B5EF4-FFF2-40B4-BE49-F238E27FC236}">
                <a16:creationId xmlns:a16="http://schemas.microsoft.com/office/drawing/2014/main" id="{A0ECE865-6334-5FB8-BA59-352FBA5C71B5}"/>
              </a:ext>
            </a:extLst>
          </p:cNvPr>
          <p:cNvSpPr txBox="1"/>
          <p:nvPr/>
        </p:nvSpPr>
        <p:spPr>
          <a:xfrm>
            <a:off x="3268980" y="2792233"/>
            <a:ext cx="4686300" cy="369332"/>
          </a:xfrm>
          <a:prstGeom prst="rect">
            <a:avLst/>
          </a:prstGeom>
          <a:noFill/>
        </p:spPr>
        <p:txBody>
          <a:bodyPr wrap="square" rtlCol="0">
            <a:spAutoFit/>
          </a:bodyPr>
          <a:lstStyle/>
          <a:p>
            <a:r>
              <a:rPr lang="en-CA" sz="1800" b="1" dirty="0">
                <a:solidFill>
                  <a:srgbClr val="002060"/>
                </a:solidFill>
                <a:latin typeface="Times New Roman" panose="02020603050405020304" pitchFamily="18" charset="0"/>
                <a:cs typeface="Times New Roman" panose="02020603050405020304" pitchFamily="18" charset="0"/>
              </a:rPr>
              <a:t>USING CLASSIFICATION</a:t>
            </a:r>
          </a:p>
        </p:txBody>
      </p:sp>
      <p:sp>
        <p:nvSpPr>
          <p:cNvPr id="5" name="Google Shape;1275;p38">
            <a:extLst>
              <a:ext uri="{FF2B5EF4-FFF2-40B4-BE49-F238E27FC236}">
                <a16:creationId xmlns:a16="http://schemas.microsoft.com/office/drawing/2014/main" id="{1FA47FBC-F215-48D3-E90D-AACF766FC2F2}"/>
              </a:ext>
            </a:extLst>
          </p:cNvPr>
          <p:cNvSpPr/>
          <p:nvPr/>
        </p:nvSpPr>
        <p:spPr>
          <a:xfrm>
            <a:off x="3410900" y="2641033"/>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sp>
        <p:nvSpPr>
          <p:cNvPr id="1803" name="Google Shape;1803;p68"/>
          <p:cNvSpPr txBox="1">
            <a:spLocks noGrp="1"/>
          </p:cNvSpPr>
          <p:nvPr>
            <p:ph type="subTitle" idx="4"/>
          </p:nvPr>
        </p:nvSpPr>
        <p:spPr>
          <a:xfrm>
            <a:off x="3137209" y="1836233"/>
            <a:ext cx="2832409" cy="207412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latin typeface="Times New Roman" panose="02020603050405020304" pitchFamily="18" charset="0"/>
                <a:ea typeface="Calibri" panose="020F0502020204030204" pitchFamily="34" charset="0"/>
                <a:cs typeface="Times New Roman" panose="02020603050405020304" pitchFamily="18" charset="0"/>
              </a:rPr>
              <a:t>Bansil Patel</a:t>
            </a:r>
          </a:p>
          <a:p>
            <a:pPr marL="0" lvl="0" indent="0" algn="ctr" rtl="0">
              <a:spcBef>
                <a:spcPts val="0"/>
              </a:spcBef>
              <a:spcAft>
                <a:spcPts val="0"/>
              </a:spcAft>
              <a:buNone/>
            </a:pPr>
            <a:r>
              <a:rPr lang="en" sz="2800" dirty="0">
                <a:latin typeface="Times New Roman" panose="02020603050405020304" pitchFamily="18" charset="0"/>
                <a:ea typeface="Calibri" panose="020F0502020204030204" pitchFamily="34" charset="0"/>
                <a:cs typeface="Times New Roman" panose="02020603050405020304" pitchFamily="18" charset="0"/>
              </a:rPr>
              <a:t>Harsh Mohile</a:t>
            </a:r>
          </a:p>
          <a:p>
            <a:pPr marL="0" lvl="0" indent="0" algn="ctr" rtl="0">
              <a:spcBef>
                <a:spcPts val="0"/>
              </a:spcBef>
              <a:spcAft>
                <a:spcPts val="0"/>
              </a:spcAft>
              <a:buNone/>
            </a:pPr>
            <a:r>
              <a:rPr lang="en" sz="2800" dirty="0">
                <a:latin typeface="Times New Roman" panose="02020603050405020304" pitchFamily="18" charset="0"/>
                <a:ea typeface="Calibri" panose="020F0502020204030204" pitchFamily="34" charset="0"/>
                <a:cs typeface="Times New Roman" panose="02020603050405020304" pitchFamily="18" charset="0"/>
              </a:rPr>
              <a:t>Rachit Bhatt</a:t>
            </a:r>
          </a:p>
          <a:p>
            <a:pPr marL="0" lvl="0" indent="0" algn="ctr" rtl="0">
              <a:spcBef>
                <a:spcPts val="0"/>
              </a:spcBef>
              <a:spcAft>
                <a:spcPts val="0"/>
              </a:spcAft>
              <a:buNone/>
            </a:pPr>
            <a:r>
              <a:rPr lang="en" sz="2800" dirty="0">
                <a:latin typeface="Times New Roman" panose="02020603050405020304" pitchFamily="18" charset="0"/>
                <a:ea typeface="Calibri" panose="020F0502020204030204" pitchFamily="34" charset="0"/>
                <a:cs typeface="Times New Roman" panose="02020603050405020304" pitchFamily="18" charset="0"/>
              </a:rPr>
              <a:t>Akshiths Ralla</a:t>
            </a:r>
          </a:p>
          <a:p>
            <a:pPr marL="0" lvl="0" indent="0" algn="ctr" rtl="0">
              <a:spcBef>
                <a:spcPts val="0"/>
              </a:spcBef>
              <a:spcAft>
                <a:spcPts val="0"/>
              </a:spcAft>
              <a:buNone/>
            </a:pPr>
            <a:r>
              <a:rPr lang="en" sz="2800" dirty="0">
                <a:latin typeface="Times New Roman" panose="02020603050405020304" pitchFamily="18" charset="0"/>
                <a:ea typeface="Calibri" panose="020F0502020204030204" pitchFamily="34" charset="0"/>
                <a:cs typeface="Times New Roman" panose="02020603050405020304" pitchFamily="18" charset="0"/>
              </a:rPr>
              <a:t>Sakshi</a:t>
            </a:r>
            <a:endParaRPr sz="2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04" name="Google Shape;1804;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latin typeface="Times New Roman" panose="02020603050405020304" pitchFamily="18" charset="0"/>
                <a:ea typeface="Calibri" panose="020F0502020204030204" pitchFamily="34" charset="0"/>
                <a:cs typeface="Times New Roman" panose="02020603050405020304" pitchFamily="18" charset="0"/>
              </a:rPr>
              <a:t>Our team</a:t>
            </a:r>
            <a:endParaRPr sz="4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Google Shape;1275;p38">
            <a:extLst>
              <a:ext uri="{FF2B5EF4-FFF2-40B4-BE49-F238E27FC236}">
                <a16:creationId xmlns:a16="http://schemas.microsoft.com/office/drawing/2014/main" id="{C94DB325-D73D-E4D2-76CE-E52519A21764}"/>
              </a:ext>
            </a:extLst>
          </p:cNvPr>
          <p:cNvSpPr/>
          <p:nvPr/>
        </p:nvSpPr>
        <p:spPr>
          <a:xfrm>
            <a:off x="3427250" y="1129997"/>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Tree>
    <p:extLst>
      <p:ext uri="{BB962C8B-B14F-4D97-AF65-F5344CB8AC3E}">
        <p14:creationId xmlns:p14="http://schemas.microsoft.com/office/powerpoint/2010/main" val="3935314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36"/>
          <p:cNvSpPr txBox="1">
            <a:spLocks noGrp="1"/>
          </p:cNvSpPr>
          <p:nvPr>
            <p:ph type="title"/>
          </p:nvPr>
        </p:nvSpPr>
        <p:spPr>
          <a:xfrm>
            <a:off x="653092" y="1996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latin typeface="Times New Roman" panose="02020603050405020304" pitchFamily="18" charset="0"/>
                <a:ea typeface="Calibri" panose="020F0502020204030204" pitchFamily="34" charset="0"/>
                <a:cs typeface="Times New Roman" panose="02020603050405020304" pitchFamily="18" charset="0"/>
              </a:rPr>
              <a:t>Contents </a:t>
            </a:r>
            <a:endParaRPr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B0F8679A-D2A1-ADB4-18D1-EFC8BFD6CEE0}"/>
              </a:ext>
            </a:extLst>
          </p:cNvPr>
          <p:cNvSpPr txBox="1"/>
          <p:nvPr/>
        </p:nvSpPr>
        <p:spPr>
          <a:xfrm>
            <a:off x="1167161" y="1105234"/>
            <a:ext cx="6675863" cy="3477875"/>
          </a:xfrm>
          <a:prstGeom prst="rect">
            <a:avLst/>
          </a:prstGeom>
          <a:solidFill>
            <a:srgbClr val="002060"/>
          </a:solidFill>
        </p:spPr>
        <p:txBody>
          <a:bodyPr wrap="square" rtlCol="0">
            <a:spAutoFit/>
          </a:bodyPr>
          <a:lstStyle/>
          <a:p>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Introduction</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Objective</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Quick Scan of dataset</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Data Pre-processing</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EDA (Exploratory Data Analysis)</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Natural language processing and its various methods</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Machine Learning Classification</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Data Visualisation</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Real time Analysis</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Utilisation of the Project</a:t>
            </a:r>
            <a:br>
              <a:rPr lang="en-CA" sz="2000" b="0" i="0" u="none" strike="noStrike" dirty="0">
                <a:effectLst/>
                <a:latin typeface="Times New Roman" panose="02020603050405020304" pitchFamily="18" charset="0"/>
                <a:ea typeface="Calibri" panose="020F0502020204030204" pitchFamily="34" charset="0"/>
                <a:cs typeface="Times New Roman" panose="02020603050405020304" pitchFamily="18" charset="0"/>
              </a:rPr>
            </a:br>
            <a:r>
              <a:rPr lang="en-CA" sz="2000" b="1" i="0" u="sng" strike="noStrike" dirty="0">
                <a:solidFill>
                  <a:srgbClr val="38E8A4"/>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CA"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Google Shape;1275;p38">
            <a:extLst>
              <a:ext uri="{FF2B5EF4-FFF2-40B4-BE49-F238E27FC236}">
                <a16:creationId xmlns:a16="http://schemas.microsoft.com/office/drawing/2014/main" id="{22D6D898-CF6F-4566-689A-F2B91E4CC35B}"/>
              </a:ext>
            </a:extLst>
          </p:cNvPr>
          <p:cNvSpPr/>
          <p:nvPr/>
        </p:nvSpPr>
        <p:spPr>
          <a:xfrm>
            <a:off x="3416100" y="787616"/>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38"/>
          <p:cNvSpPr txBox="1">
            <a:spLocks noGrp="1"/>
          </p:cNvSpPr>
          <p:nvPr>
            <p:ph type="title"/>
          </p:nvPr>
        </p:nvSpPr>
        <p:spPr>
          <a:xfrm>
            <a:off x="2135550" y="747355"/>
            <a:ext cx="4872900" cy="113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CA" sz="5400" dirty="0">
                <a:latin typeface="Times New Roman" panose="02020603050405020304" pitchFamily="18" charset="0"/>
                <a:ea typeface="Calibri" panose="020F0502020204030204" pitchFamily="34" charset="0"/>
                <a:cs typeface="Times New Roman" panose="02020603050405020304" pitchFamily="18" charset="0"/>
              </a:rPr>
              <a:t>Introduction</a:t>
            </a:r>
            <a:endParaRPr sz="5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74" name="Google Shape;1274;p38"/>
          <p:cNvSpPr txBox="1">
            <a:spLocks noGrp="1"/>
          </p:cNvSpPr>
          <p:nvPr>
            <p:ph type="subTitle" idx="1"/>
          </p:nvPr>
        </p:nvSpPr>
        <p:spPr>
          <a:xfrm>
            <a:off x="2135550" y="2050322"/>
            <a:ext cx="4872900" cy="200872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b="0" i="0" dirty="0">
                <a:solidFill>
                  <a:srgbClr val="374151"/>
                </a:solidFill>
                <a:effectLst/>
                <a:latin typeface="Times New Roman" panose="02020603050405020304" pitchFamily="18" charset="0"/>
                <a:cs typeface="Times New Roman" panose="02020603050405020304" pitchFamily="18" charset="0"/>
              </a:rPr>
              <a:t>In today’s networked world, social media </a:t>
            </a:r>
            <a:r>
              <a:rPr lang="en-US" dirty="0">
                <a:solidFill>
                  <a:srgbClr val="374151"/>
                </a:solidFill>
                <a:latin typeface="Times New Roman" panose="02020603050405020304" pitchFamily="18" charset="0"/>
                <a:cs typeface="Times New Roman" panose="02020603050405020304" pitchFamily="18" charset="0"/>
              </a:rPr>
              <a:t>Interface</a:t>
            </a:r>
            <a:r>
              <a:rPr lang="en-US" b="0" i="0" dirty="0">
                <a:solidFill>
                  <a:srgbClr val="374151"/>
                </a:solidFill>
                <a:effectLst/>
                <a:latin typeface="Times New Roman" panose="02020603050405020304" pitchFamily="18" charset="0"/>
                <a:cs typeface="Times New Roman" panose="02020603050405020304" pitchFamily="18" charset="0"/>
              </a:rPr>
              <a:t>s have become an inseparable aspect of our  lives. Twitter, a compact communication platform, is a treasure trove of diverse user sentiments expressed in short and concise messages. Utilizing the power of natural language processing and machine learning, </a:t>
            </a:r>
            <a:r>
              <a:rPr lang="en-US" dirty="0">
                <a:solidFill>
                  <a:srgbClr val="374151"/>
                </a:solidFill>
                <a:latin typeface="Times New Roman" panose="02020603050405020304" pitchFamily="18" charset="0"/>
                <a:cs typeface="Times New Roman" panose="02020603050405020304" pitchFamily="18" charset="0"/>
              </a:rPr>
              <a:t>the</a:t>
            </a:r>
            <a:r>
              <a:rPr lang="en-US" b="0" i="0" dirty="0">
                <a:solidFill>
                  <a:srgbClr val="374151"/>
                </a:solidFill>
                <a:effectLst/>
                <a:latin typeface="Times New Roman" panose="02020603050405020304" pitchFamily="18" charset="0"/>
                <a:cs typeface="Times New Roman" panose="02020603050405020304" pitchFamily="18" charset="0"/>
              </a:rPr>
              <a:t> project </a:t>
            </a:r>
            <a:r>
              <a:rPr lang="en-US" dirty="0">
                <a:solidFill>
                  <a:srgbClr val="374151"/>
                </a:solidFill>
                <a:latin typeface="Times New Roman" panose="02020603050405020304" pitchFamily="18" charset="0"/>
                <a:cs typeface="Times New Roman" panose="02020603050405020304" pitchFamily="18" charset="0"/>
              </a:rPr>
              <a:t>desire</a:t>
            </a:r>
            <a:r>
              <a:rPr lang="en-US" b="0" i="0" dirty="0">
                <a:solidFill>
                  <a:srgbClr val="374151"/>
                </a:solidFill>
                <a:effectLst/>
                <a:latin typeface="Times New Roman" panose="02020603050405020304" pitchFamily="18" charset="0"/>
                <a:cs typeface="Times New Roman" panose="02020603050405020304" pitchFamily="18" charset="0"/>
              </a:rPr>
              <a:t>s to perform sentiment analysis on Twitter data through a classification approach.</a:t>
            </a:r>
            <a:endParaRPr lang="en-US" dirty="0">
              <a:latin typeface="Times New Roman" panose="02020603050405020304" pitchFamily="18" charset="0"/>
              <a:cs typeface="Times New Roman" panose="02020603050405020304" pitchFamily="18" charset="0"/>
            </a:endParaRPr>
          </a:p>
        </p:txBody>
      </p:sp>
      <p:sp>
        <p:nvSpPr>
          <p:cNvPr id="1275" name="Google Shape;1275;p38"/>
          <p:cNvSpPr/>
          <p:nvPr/>
        </p:nvSpPr>
        <p:spPr>
          <a:xfrm>
            <a:off x="3416100" y="1700766"/>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39"/>
          <p:cNvSpPr txBox="1">
            <a:spLocks noGrp="1"/>
          </p:cNvSpPr>
          <p:nvPr>
            <p:ph type="title"/>
          </p:nvPr>
        </p:nvSpPr>
        <p:spPr>
          <a:xfrm>
            <a:off x="1344780" y="480060"/>
            <a:ext cx="5067600" cy="133311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Objective of the project</a:t>
            </a:r>
            <a:endParaRPr dirty="0">
              <a:latin typeface="Times New Roman" panose="02020603050405020304" pitchFamily="18" charset="0"/>
              <a:cs typeface="Times New Roman" panose="02020603050405020304" pitchFamily="18" charset="0"/>
            </a:endParaRPr>
          </a:p>
        </p:txBody>
      </p:sp>
      <p:sp>
        <p:nvSpPr>
          <p:cNvPr id="1282" name="Google Shape;1282;p39"/>
          <p:cNvSpPr txBox="1">
            <a:spLocks noGrp="1"/>
          </p:cNvSpPr>
          <p:nvPr>
            <p:ph type="subTitle" idx="1"/>
          </p:nvPr>
        </p:nvSpPr>
        <p:spPr>
          <a:xfrm>
            <a:off x="1667240" y="2157498"/>
            <a:ext cx="5067600" cy="13852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i="0" dirty="0">
                <a:solidFill>
                  <a:srgbClr val="374151"/>
                </a:solidFill>
                <a:effectLst/>
                <a:latin typeface="Times New Roman" panose="02020603050405020304" pitchFamily="18" charset="0"/>
                <a:cs typeface="Times New Roman" panose="02020603050405020304" pitchFamily="18" charset="0"/>
              </a:rPr>
              <a:t>The </a:t>
            </a:r>
            <a:r>
              <a:rPr lang="en-US" dirty="0">
                <a:solidFill>
                  <a:srgbClr val="374151"/>
                </a:solidFill>
                <a:latin typeface="Times New Roman" panose="02020603050405020304" pitchFamily="18" charset="0"/>
                <a:cs typeface="Times New Roman" panose="02020603050405020304" pitchFamily="18" charset="0"/>
              </a:rPr>
              <a:t>fundamental aim</a:t>
            </a:r>
            <a:r>
              <a:rPr lang="en-US" b="0" i="0" dirty="0">
                <a:solidFill>
                  <a:srgbClr val="374151"/>
                </a:solidFill>
                <a:effectLst/>
                <a:latin typeface="Times New Roman" panose="02020603050405020304" pitchFamily="18" charset="0"/>
                <a:cs typeface="Times New Roman" panose="02020603050405020304" pitchFamily="18" charset="0"/>
              </a:rPr>
              <a:t> of </a:t>
            </a:r>
            <a:r>
              <a:rPr lang="en-US" dirty="0">
                <a:solidFill>
                  <a:srgbClr val="374151"/>
                </a:solidFill>
                <a:latin typeface="Times New Roman" panose="02020603050405020304" pitchFamily="18" charset="0"/>
                <a:cs typeface="Times New Roman" panose="02020603050405020304" pitchFamily="18" charset="0"/>
              </a:rPr>
              <a:t>our</a:t>
            </a:r>
            <a:r>
              <a:rPr lang="en-US" b="0" i="0" dirty="0">
                <a:solidFill>
                  <a:srgbClr val="374151"/>
                </a:solidFill>
                <a:effectLst/>
                <a:latin typeface="Times New Roman" panose="02020603050405020304" pitchFamily="18" charset="0"/>
                <a:cs typeface="Times New Roman" panose="02020603050405020304" pitchFamily="18" charset="0"/>
              </a:rPr>
              <a:t> project is to develop a robust sentiment analysis system that classifies tweets into different sentiment categories such as positive, negative, or neutral. By </a:t>
            </a:r>
            <a:r>
              <a:rPr lang="en-US" dirty="0">
                <a:solidFill>
                  <a:srgbClr val="374151"/>
                </a:solidFill>
                <a:latin typeface="Times New Roman" panose="02020603050405020304" pitchFamily="18" charset="0"/>
                <a:cs typeface="Times New Roman" panose="02020603050405020304" pitchFamily="18" charset="0"/>
              </a:rPr>
              <a:t>simplify</a:t>
            </a:r>
            <a:r>
              <a:rPr lang="en-US" b="0" i="0" dirty="0">
                <a:solidFill>
                  <a:srgbClr val="374151"/>
                </a:solidFill>
                <a:effectLst/>
                <a:latin typeface="Times New Roman" panose="02020603050405020304" pitchFamily="18" charset="0"/>
                <a:cs typeface="Times New Roman" panose="02020603050405020304" pitchFamily="18" charset="0"/>
              </a:rPr>
              <a:t>ing sentiment analysis, we can gain in-depth understandings into the public's reactions to various events, products, or topics.</a:t>
            </a:r>
            <a:endParaRPr dirty="0">
              <a:latin typeface="Times New Roman" panose="02020603050405020304" pitchFamily="18" charset="0"/>
              <a:cs typeface="Times New Roman" panose="02020603050405020304" pitchFamily="18" charset="0"/>
            </a:endParaRPr>
          </a:p>
        </p:txBody>
      </p:sp>
      <p:sp>
        <p:nvSpPr>
          <p:cNvPr id="1283" name="Google Shape;1283;p39"/>
          <p:cNvSpPr/>
          <p:nvPr/>
        </p:nvSpPr>
        <p:spPr>
          <a:xfrm>
            <a:off x="2722680" y="178237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39"/>
          <p:cNvSpPr txBox="1">
            <a:spLocks noGrp="1"/>
          </p:cNvSpPr>
          <p:nvPr>
            <p:ph type="title"/>
          </p:nvPr>
        </p:nvSpPr>
        <p:spPr>
          <a:xfrm>
            <a:off x="1344780" y="480060"/>
            <a:ext cx="5067600" cy="133311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Quick Scan of the Dataset</a:t>
            </a:r>
            <a:endParaRPr dirty="0">
              <a:latin typeface="Times New Roman" panose="02020603050405020304" pitchFamily="18" charset="0"/>
              <a:cs typeface="Times New Roman" panose="02020603050405020304" pitchFamily="18" charset="0"/>
            </a:endParaRPr>
          </a:p>
        </p:txBody>
      </p:sp>
      <p:sp>
        <p:nvSpPr>
          <p:cNvPr id="1282" name="Google Shape;1282;p39"/>
          <p:cNvSpPr txBox="1">
            <a:spLocks noGrp="1"/>
          </p:cNvSpPr>
          <p:nvPr>
            <p:ph type="subTitle" idx="1"/>
          </p:nvPr>
        </p:nvSpPr>
        <p:spPr>
          <a:xfrm>
            <a:off x="1667240" y="2157498"/>
            <a:ext cx="5067600" cy="138522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b="0" i="0" dirty="0">
                <a:solidFill>
                  <a:srgbClr val="374151"/>
                </a:solidFill>
                <a:effectLst/>
                <a:latin typeface="Times New Roman" panose="02020603050405020304" pitchFamily="18" charset="0"/>
                <a:cs typeface="Times New Roman" panose="02020603050405020304" pitchFamily="18" charset="0"/>
              </a:rPr>
              <a:t>We will utilize a dataset comprised of tweets collected from Twitter's API. The dataset will be pre-processed to remove noise, handle missing data, and standardize text for effective analysis. Each tweet in the dataset will be labeled with its corresponding sentiment, forming the basis for our supervised machine learning model.</a:t>
            </a:r>
            <a:endParaRPr dirty="0">
              <a:latin typeface="Times New Roman" panose="02020603050405020304" pitchFamily="18" charset="0"/>
              <a:cs typeface="Times New Roman" panose="02020603050405020304" pitchFamily="18" charset="0"/>
            </a:endParaRPr>
          </a:p>
        </p:txBody>
      </p:sp>
      <p:sp>
        <p:nvSpPr>
          <p:cNvPr id="1283" name="Google Shape;1283;p39"/>
          <p:cNvSpPr/>
          <p:nvPr/>
        </p:nvSpPr>
        <p:spPr>
          <a:xfrm>
            <a:off x="2722680" y="178237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Tree>
    <p:extLst>
      <p:ext uri="{BB962C8B-B14F-4D97-AF65-F5344CB8AC3E}">
        <p14:creationId xmlns:p14="http://schemas.microsoft.com/office/powerpoint/2010/main" val="1190440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39"/>
          <p:cNvSpPr txBox="1">
            <a:spLocks noGrp="1"/>
          </p:cNvSpPr>
          <p:nvPr>
            <p:ph type="title"/>
          </p:nvPr>
        </p:nvSpPr>
        <p:spPr>
          <a:xfrm>
            <a:off x="916364" y="666849"/>
            <a:ext cx="6569352" cy="72960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Quick Scan of the Dataset</a:t>
            </a:r>
            <a:endParaRPr dirty="0">
              <a:latin typeface="Times New Roman" panose="02020603050405020304" pitchFamily="18" charset="0"/>
              <a:cs typeface="Times New Roman" panose="02020603050405020304" pitchFamily="18" charset="0"/>
            </a:endParaRPr>
          </a:p>
        </p:txBody>
      </p:sp>
      <p:sp>
        <p:nvSpPr>
          <p:cNvPr id="1282" name="Google Shape;1282;p39"/>
          <p:cNvSpPr txBox="1">
            <a:spLocks noGrp="1"/>
          </p:cNvSpPr>
          <p:nvPr>
            <p:ph type="subTitle" idx="1"/>
          </p:nvPr>
        </p:nvSpPr>
        <p:spPr>
          <a:xfrm>
            <a:off x="89900" y="2189988"/>
            <a:ext cx="2584720" cy="211683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Lexend Medium" panose="020B0604020202020204" charset="0"/>
              </a:rPr>
              <a:t>We are checking how our dataset, structure, and the data structure of the fields.</a:t>
            </a:r>
            <a:endParaRPr dirty="0">
              <a:latin typeface="Lexend Medium" panose="020B0604020202020204" charset="0"/>
            </a:endParaRPr>
          </a:p>
        </p:txBody>
      </p:sp>
      <p:sp>
        <p:nvSpPr>
          <p:cNvPr id="1283" name="Google Shape;1283;p39"/>
          <p:cNvSpPr/>
          <p:nvPr/>
        </p:nvSpPr>
        <p:spPr>
          <a:xfrm>
            <a:off x="2722680" y="178237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3" name="Picture 2">
            <a:extLst>
              <a:ext uri="{FF2B5EF4-FFF2-40B4-BE49-F238E27FC236}">
                <a16:creationId xmlns:a16="http://schemas.microsoft.com/office/drawing/2014/main" id="{E7D30464-83C1-7448-D6A6-B564437D0B73}"/>
              </a:ext>
            </a:extLst>
          </p:cNvPr>
          <p:cNvPicPr>
            <a:picLocks noChangeAspect="1"/>
          </p:cNvPicPr>
          <p:nvPr/>
        </p:nvPicPr>
        <p:blipFill>
          <a:blip r:embed="rId3"/>
          <a:stretch>
            <a:fillRect/>
          </a:stretch>
        </p:blipFill>
        <p:spPr>
          <a:xfrm>
            <a:off x="3046068" y="1631129"/>
            <a:ext cx="5067600" cy="3512371"/>
          </a:xfrm>
          <a:prstGeom prst="rect">
            <a:avLst/>
          </a:prstGeom>
        </p:spPr>
      </p:pic>
    </p:spTree>
    <p:extLst>
      <p:ext uri="{BB962C8B-B14F-4D97-AF65-F5344CB8AC3E}">
        <p14:creationId xmlns:p14="http://schemas.microsoft.com/office/powerpoint/2010/main" val="1562190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Data Pre-processing</a:t>
            </a:r>
            <a:endParaRPr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8D6C8F6D-7FB3-68F2-796C-D07CF2236D93}"/>
              </a:ext>
            </a:extLst>
          </p:cNvPr>
          <p:cNvSpPr/>
          <p:nvPr/>
        </p:nvSpPr>
        <p:spPr>
          <a:xfrm>
            <a:off x="3257938" y="1135607"/>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6" name="Picture 5">
            <a:extLst>
              <a:ext uri="{FF2B5EF4-FFF2-40B4-BE49-F238E27FC236}">
                <a16:creationId xmlns:a16="http://schemas.microsoft.com/office/drawing/2014/main" id="{F0EEE997-2B7F-A86D-5EFF-3E50027B1060}"/>
              </a:ext>
            </a:extLst>
          </p:cNvPr>
          <p:cNvPicPr>
            <a:picLocks noChangeAspect="1"/>
          </p:cNvPicPr>
          <p:nvPr/>
        </p:nvPicPr>
        <p:blipFill>
          <a:blip r:embed="rId3"/>
          <a:stretch>
            <a:fillRect/>
          </a:stretch>
        </p:blipFill>
        <p:spPr>
          <a:xfrm>
            <a:off x="0" y="1974098"/>
            <a:ext cx="4368332" cy="3140072"/>
          </a:xfrm>
          <a:prstGeom prst="rect">
            <a:avLst/>
          </a:prstGeom>
        </p:spPr>
      </p:pic>
      <p:pic>
        <p:nvPicPr>
          <p:cNvPr id="8" name="Picture 7">
            <a:extLst>
              <a:ext uri="{FF2B5EF4-FFF2-40B4-BE49-F238E27FC236}">
                <a16:creationId xmlns:a16="http://schemas.microsoft.com/office/drawing/2014/main" id="{74958EE4-E973-4F2B-985D-2EB8A82B1AC6}"/>
              </a:ext>
            </a:extLst>
          </p:cNvPr>
          <p:cNvPicPr>
            <a:picLocks noChangeAspect="1"/>
          </p:cNvPicPr>
          <p:nvPr/>
        </p:nvPicPr>
        <p:blipFill>
          <a:blip r:embed="rId4"/>
          <a:stretch>
            <a:fillRect/>
          </a:stretch>
        </p:blipFill>
        <p:spPr>
          <a:xfrm>
            <a:off x="4368332" y="2294887"/>
            <a:ext cx="4807632" cy="2498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EDA (Exploratory Analysis)</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598449" y="1376081"/>
            <a:ext cx="7947101" cy="1084621"/>
          </a:xfrm>
        </p:spPr>
        <p:txBody>
          <a:bodyPr/>
          <a:lstStyle/>
          <a:p>
            <a:pPr marL="152400" indent="0" algn="ctr">
              <a:buNone/>
            </a:pPr>
            <a:r>
              <a:rPr lang="en-US" b="0" i="0" dirty="0">
                <a:solidFill>
                  <a:srgbClr val="374151"/>
                </a:solidFill>
                <a:effectLst/>
                <a:latin typeface="Times New Roman" panose="02020603050405020304" pitchFamily="18" charset="0"/>
                <a:cs typeface="Times New Roman" panose="02020603050405020304" pitchFamily="18" charset="0"/>
              </a:rPr>
              <a:t>It is used to analyze and visualize data sets to summarize their main characteristics, often with the help of statistical graphics and other data visualization methods. </a:t>
            </a:r>
            <a:endParaRPr lang="en-CA"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5" name="Picture 4">
            <a:extLst>
              <a:ext uri="{FF2B5EF4-FFF2-40B4-BE49-F238E27FC236}">
                <a16:creationId xmlns:a16="http://schemas.microsoft.com/office/drawing/2014/main" id="{DBF3766F-3865-DAB6-F6D9-83F233398E08}"/>
              </a:ext>
            </a:extLst>
          </p:cNvPr>
          <p:cNvPicPr>
            <a:picLocks noChangeAspect="1"/>
          </p:cNvPicPr>
          <p:nvPr/>
        </p:nvPicPr>
        <p:blipFill>
          <a:blip r:embed="rId3"/>
          <a:stretch>
            <a:fillRect/>
          </a:stretch>
        </p:blipFill>
        <p:spPr>
          <a:xfrm>
            <a:off x="1386487" y="2046815"/>
            <a:ext cx="6823862" cy="26157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598449" y="1376081"/>
            <a:ext cx="7947101" cy="1084621"/>
          </a:xfrm>
        </p:spPr>
        <p:txBody>
          <a:bodyPr/>
          <a:lstStyle/>
          <a:p>
            <a:pPr marL="152400" indent="0" algn="just">
              <a:buNone/>
            </a:pPr>
            <a:r>
              <a:rPr lang="en-US" dirty="0">
                <a:latin typeface="Times New Roman" panose="02020603050405020304" pitchFamily="18" charset="0"/>
                <a:cs typeface="Times New Roman" panose="02020603050405020304" pitchFamily="18" charset="0"/>
              </a:rPr>
              <a:t>Finding the missing and duplicated values in the dataset.</a:t>
            </a:r>
            <a:endParaRPr lang="en-CA"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7" name="Picture 6">
            <a:extLst>
              <a:ext uri="{FF2B5EF4-FFF2-40B4-BE49-F238E27FC236}">
                <a16:creationId xmlns:a16="http://schemas.microsoft.com/office/drawing/2014/main" id="{A546BE2A-6710-1A98-8313-AD7D0BB650F3}"/>
              </a:ext>
            </a:extLst>
          </p:cNvPr>
          <p:cNvPicPr>
            <a:picLocks noChangeAspect="1"/>
          </p:cNvPicPr>
          <p:nvPr/>
        </p:nvPicPr>
        <p:blipFill rotWithShape="1">
          <a:blip r:embed="rId3"/>
          <a:srcRect b="21654"/>
          <a:stretch/>
        </p:blipFill>
        <p:spPr>
          <a:xfrm>
            <a:off x="598449" y="2125691"/>
            <a:ext cx="7947101" cy="2011969"/>
          </a:xfrm>
          <a:prstGeom prst="rect">
            <a:avLst/>
          </a:prstGeom>
        </p:spPr>
      </p:pic>
    </p:spTree>
    <p:extLst>
      <p:ext uri="{BB962C8B-B14F-4D97-AF65-F5344CB8AC3E}">
        <p14:creationId xmlns:p14="http://schemas.microsoft.com/office/powerpoint/2010/main" val="394426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CA" dirty="0">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598449" y="1376081"/>
            <a:ext cx="7947101" cy="1084621"/>
          </a:xfrm>
        </p:spPr>
        <p:txBody>
          <a:bodyPr/>
          <a:lstStyle/>
          <a:p>
            <a:pPr marL="152400" indent="0">
              <a:buNone/>
            </a:pPr>
            <a:r>
              <a:rPr lang="en-US" dirty="0">
                <a:latin typeface="Times New Roman" panose="02020603050405020304" pitchFamily="18" charset="0"/>
                <a:cs typeface="Times New Roman" panose="02020603050405020304" pitchFamily="18" charset="0"/>
              </a:rPr>
              <a:t>Checking the unique values of each feature.</a:t>
            </a:r>
            <a:endParaRPr lang="en-CA"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5" name="Picture 4">
            <a:extLst>
              <a:ext uri="{FF2B5EF4-FFF2-40B4-BE49-F238E27FC236}">
                <a16:creationId xmlns:a16="http://schemas.microsoft.com/office/drawing/2014/main" id="{CDA6010E-1D6C-ABBD-C11E-AA20DE0828A1}"/>
              </a:ext>
            </a:extLst>
          </p:cNvPr>
          <p:cNvPicPr>
            <a:picLocks noChangeAspect="1"/>
          </p:cNvPicPr>
          <p:nvPr/>
        </p:nvPicPr>
        <p:blipFill>
          <a:blip r:embed="rId3"/>
          <a:stretch>
            <a:fillRect/>
          </a:stretch>
        </p:blipFill>
        <p:spPr>
          <a:xfrm>
            <a:off x="494979" y="2346571"/>
            <a:ext cx="4953260" cy="2089501"/>
          </a:xfrm>
          <a:prstGeom prst="rect">
            <a:avLst/>
          </a:prstGeom>
        </p:spPr>
      </p:pic>
      <p:pic>
        <p:nvPicPr>
          <p:cNvPr id="8" name="Picture 7">
            <a:extLst>
              <a:ext uri="{FF2B5EF4-FFF2-40B4-BE49-F238E27FC236}">
                <a16:creationId xmlns:a16="http://schemas.microsoft.com/office/drawing/2014/main" id="{81CEC965-16A1-A907-8304-6E3C79A1C5EA}"/>
              </a:ext>
            </a:extLst>
          </p:cNvPr>
          <p:cNvPicPr>
            <a:picLocks noChangeAspect="1"/>
          </p:cNvPicPr>
          <p:nvPr/>
        </p:nvPicPr>
        <p:blipFill>
          <a:blip r:embed="rId4"/>
          <a:stretch>
            <a:fillRect/>
          </a:stretch>
        </p:blipFill>
        <p:spPr>
          <a:xfrm>
            <a:off x="5638619" y="265918"/>
            <a:ext cx="3505380" cy="4858000"/>
          </a:xfrm>
          <a:prstGeom prst="rect">
            <a:avLst/>
          </a:prstGeom>
        </p:spPr>
      </p:pic>
    </p:spTree>
    <p:extLst>
      <p:ext uri="{BB962C8B-B14F-4D97-AF65-F5344CB8AC3E}">
        <p14:creationId xmlns:p14="http://schemas.microsoft.com/office/powerpoint/2010/main" val="2977912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6959065" y="1376081"/>
            <a:ext cx="1974623" cy="3205702"/>
          </a:xfrm>
        </p:spPr>
        <p:txBody>
          <a:bodyPr/>
          <a:lstStyle/>
          <a:p>
            <a:pPr marL="152400" indent="0">
              <a:buNone/>
            </a:pPr>
            <a:r>
              <a:rPr lang="en-US" dirty="0">
                <a:latin typeface="Times New Roman" panose="02020603050405020304" pitchFamily="18" charset="0"/>
                <a:cs typeface="Times New Roman" panose="02020603050405020304" pitchFamily="18" charset="0"/>
              </a:rPr>
              <a:t>Top 10 trending hashtag (#) on twitter.</a:t>
            </a:r>
          </a:p>
          <a:p>
            <a:r>
              <a:rPr lang="en-US" sz="1000" dirty="0" err="1">
                <a:latin typeface="Times New Roman" panose="02020603050405020304" pitchFamily="18" charset="0"/>
                <a:cs typeface="Times New Roman" panose="02020603050405020304" pitchFamily="18" charset="0"/>
              </a:rPr>
              <a:t>TomClancysRainbowSix</a:t>
            </a:r>
            <a:endParaRPr lang="en-US" sz="1000" dirty="0">
              <a:latin typeface="Times New Roman" panose="02020603050405020304" pitchFamily="18" charset="0"/>
              <a:cs typeface="Times New Roman" panose="02020603050405020304" pitchFamily="18" charset="0"/>
            </a:endParaRPr>
          </a:p>
          <a:p>
            <a:r>
              <a:rPr lang="en-US" sz="1000" dirty="0" err="1">
                <a:latin typeface="Times New Roman" panose="02020603050405020304" pitchFamily="18" charset="0"/>
                <a:cs typeface="Times New Roman" panose="02020603050405020304" pitchFamily="18" charset="0"/>
              </a:rPr>
              <a:t>CallOfDuty</a:t>
            </a:r>
            <a:endParaRPr lang="en-US" sz="1000" dirty="0">
              <a:latin typeface="Times New Roman" panose="02020603050405020304" pitchFamily="18" charset="0"/>
              <a:cs typeface="Times New Roman" panose="02020603050405020304" pitchFamily="18" charset="0"/>
            </a:endParaRPr>
          </a:p>
          <a:p>
            <a:r>
              <a:rPr lang="en-US" sz="1000" dirty="0" err="1">
                <a:latin typeface="Times New Roman" panose="02020603050405020304" pitchFamily="18" charset="0"/>
                <a:cs typeface="Times New Roman" panose="02020603050405020304" pitchFamily="18" charset="0"/>
              </a:rPr>
              <a:t>LeagueOfLegends</a:t>
            </a:r>
            <a:endParaRPr lang="en-US" sz="1000" dirty="0">
              <a:latin typeface="Times New Roman" panose="02020603050405020304" pitchFamily="18" charset="0"/>
              <a:cs typeface="Times New Roman" panose="02020603050405020304" pitchFamily="18" charset="0"/>
            </a:endParaRPr>
          </a:p>
          <a:p>
            <a:endParaRPr lang="en-CA" sz="1000"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6" name="Picture 5">
            <a:extLst>
              <a:ext uri="{FF2B5EF4-FFF2-40B4-BE49-F238E27FC236}">
                <a16:creationId xmlns:a16="http://schemas.microsoft.com/office/drawing/2014/main" id="{7CDD760C-16C3-D4A3-7204-F0AC4CE977AC}"/>
              </a:ext>
            </a:extLst>
          </p:cNvPr>
          <p:cNvPicPr>
            <a:picLocks noChangeAspect="1"/>
          </p:cNvPicPr>
          <p:nvPr/>
        </p:nvPicPr>
        <p:blipFill>
          <a:blip r:embed="rId3"/>
          <a:stretch>
            <a:fillRect/>
          </a:stretch>
        </p:blipFill>
        <p:spPr>
          <a:xfrm>
            <a:off x="598449" y="67927"/>
            <a:ext cx="6360616" cy="4513856"/>
          </a:xfrm>
          <a:prstGeom prst="rect">
            <a:avLst/>
          </a:prstGeom>
        </p:spPr>
      </p:pic>
      <p:sp>
        <p:nvSpPr>
          <p:cNvPr id="7" name="TextBox 6">
            <a:extLst>
              <a:ext uri="{FF2B5EF4-FFF2-40B4-BE49-F238E27FC236}">
                <a16:creationId xmlns:a16="http://schemas.microsoft.com/office/drawing/2014/main" id="{B85F1A39-81BA-3ECA-CDAE-B970E99E79A0}"/>
              </a:ext>
            </a:extLst>
          </p:cNvPr>
          <p:cNvSpPr txBox="1"/>
          <p:nvPr/>
        </p:nvSpPr>
        <p:spPr>
          <a:xfrm>
            <a:off x="6959066" y="445025"/>
            <a:ext cx="2184934" cy="584775"/>
          </a:xfrm>
          <a:prstGeom prst="rect">
            <a:avLst/>
          </a:prstGeom>
          <a:noFill/>
        </p:spPr>
        <p:txBody>
          <a:bodyPr wrap="square" rtlCol="0">
            <a:spAutoFit/>
          </a:bodyPr>
          <a:lstStyle/>
          <a:p>
            <a:r>
              <a:rPr lang="en-CA" sz="3200" dirty="0">
                <a:solidFill>
                  <a:schemeClr val="tx1">
                    <a:lumMod val="90000"/>
                    <a:lumOff val="10000"/>
                  </a:schemeClr>
                </a:solidFill>
                <a:latin typeface="Times New Roman" panose="02020603050405020304" pitchFamily="18" charset="0"/>
                <a:cs typeface="Times New Roman" panose="02020603050405020304" pitchFamily="18" charset="0"/>
              </a:rPr>
              <a:t>EDA Cont.</a:t>
            </a:r>
            <a:endParaRPr lang="en-CA" sz="3200" dirty="0">
              <a:solidFill>
                <a:schemeClr val="tx1">
                  <a:lumMod val="90000"/>
                  <a:lumOff val="10000"/>
                </a:schemeClr>
              </a:solidFill>
            </a:endParaRPr>
          </a:p>
        </p:txBody>
      </p:sp>
    </p:spTree>
    <p:extLst>
      <p:ext uri="{BB962C8B-B14F-4D97-AF65-F5344CB8AC3E}">
        <p14:creationId xmlns:p14="http://schemas.microsoft.com/office/powerpoint/2010/main" val="63464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598449" y="1376081"/>
            <a:ext cx="3251175" cy="3163915"/>
          </a:xfrm>
        </p:spPr>
        <p:txBody>
          <a:bodyPr/>
          <a:lstStyle/>
          <a:p>
            <a:pPr marL="152400" indent="0">
              <a:buNone/>
            </a:pPr>
            <a:r>
              <a:rPr lang="en-US" dirty="0">
                <a:latin typeface="Times New Roman" panose="02020603050405020304" pitchFamily="18" charset="0"/>
                <a:cs typeface="Times New Roman" panose="02020603050405020304" pitchFamily="18" charset="0"/>
              </a:rPr>
              <a:t>Finding value-count after renaming columns.</a:t>
            </a:r>
          </a:p>
          <a:p>
            <a:pPr marL="152400" indent="0">
              <a:buNone/>
            </a:pPr>
            <a:r>
              <a:rPr lang="en-US" dirty="0">
                <a:latin typeface="Times New Roman" panose="02020603050405020304" pitchFamily="18" charset="0"/>
                <a:cs typeface="Times New Roman" panose="02020603050405020304" pitchFamily="18" charset="0"/>
              </a:rPr>
              <a:t>Checking its unique values.</a:t>
            </a:r>
          </a:p>
          <a:p>
            <a:pPr marL="152400" indent="0">
              <a:buNone/>
            </a:pPr>
            <a:r>
              <a:rPr lang="en-US" dirty="0">
                <a:latin typeface="Times New Roman" panose="02020603050405020304" pitchFamily="18" charset="0"/>
                <a:cs typeface="Times New Roman" panose="02020603050405020304" pitchFamily="18" charset="0"/>
              </a:rPr>
              <a:t>Validating duplicate values.</a:t>
            </a:r>
            <a:endParaRPr lang="en-CA"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6" name="Picture 5">
            <a:extLst>
              <a:ext uri="{FF2B5EF4-FFF2-40B4-BE49-F238E27FC236}">
                <a16:creationId xmlns:a16="http://schemas.microsoft.com/office/drawing/2014/main" id="{1240603B-0ECB-47B6-AD69-5F73E190DB36}"/>
              </a:ext>
            </a:extLst>
          </p:cNvPr>
          <p:cNvPicPr>
            <a:picLocks noChangeAspect="1"/>
          </p:cNvPicPr>
          <p:nvPr/>
        </p:nvPicPr>
        <p:blipFill>
          <a:blip r:embed="rId3"/>
          <a:stretch>
            <a:fillRect/>
          </a:stretch>
        </p:blipFill>
        <p:spPr>
          <a:xfrm>
            <a:off x="4003414" y="1236408"/>
            <a:ext cx="5105668" cy="3855300"/>
          </a:xfrm>
          <a:prstGeom prst="rect">
            <a:avLst/>
          </a:prstGeom>
        </p:spPr>
      </p:pic>
    </p:spTree>
    <p:extLst>
      <p:ext uri="{BB962C8B-B14F-4D97-AF65-F5344CB8AC3E}">
        <p14:creationId xmlns:p14="http://schemas.microsoft.com/office/powerpoint/2010/main" val="2110653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470433" y="1028258"/>
            <a:ext cx="2644621" cy="1084621"/>
          </a:xfrm>
        </p:spPr>
        <p:txBody>
          <a:bodyPr/>
          <a:lstStyle/>
          <a:p>
            <a:pPr marL="152400" indent="0">
              <a:buNone/>
            </a:pPr>
            <a:r>
              <a:rPr lang="en-US" dirty="0">
                <a:latin typeface="Times New Roman" panose="02020603050405020304" pitchFamily="18" charset="0"/>
                <a:cs typeface="Times New Roman" panose="02020603050405020304" pitchFamily="18" charset="0"/>
              </a:rPr>
              <a:t>Most of words used in tweets.</a:t>
            </a:r>
            <a:endParaRPr lang="en-CA"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1026" name="Picture 2">
            <a:extLst>
              <a:ext uri="{FF2B5EF4-FFF2-40B4-BE49-F238E27FC236}">
                <a16:creationId xmlns:a16="http://schemas.microsoft.com/office/drawing/2014/main" id="{BEE87787-460F-2720-9101-9E74A1D7E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780" y="171450"/>
            <a:ext cx="4972050" cy="48006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F57B7C3-92DF-6C47-2F7E-76EB7276AE24}"/>
              </a:ext>
            </a:extLst>
          </p:cNvPr>
          <p:cNvPicPr>
            <a:picLocks noChangeAspect="1"/>
          </p:cNvPicPr>
          <p:nvPr/>
        </p:nvPicPr>
        <p:blipFill>
          <a:blip r:embed="rId4"/>
          <a:stretch>
            <a:fillRect/>
          </a:stretch>
        </p:blipFill>
        <p:spPr>
          <a:xfrm>
            <a:off x="103170" y="3731566"/>
            <a:ext cx="4383557" cy="793842"/>
          </a:xfrm>
          <a:prstGeom prst="rect">
            <a:avLst/>
          </a:prstGeom>
        </p:spPr>
      </p:pic>
      <p:pic>
        <p:nvPicPr>
          <p:cNvPr id="10" name="Picture 9">
            <a:extLst>
              <a:ext uri="{FF2B5EF4-FFF2-40B4-BE49-F238E27FC236}">
                <a16:creationId xmlns:a16="http://schemas.microsoft.com/office/drawing/2014/main" id="{537E14E9-DF7B-7FBB-757C-1A675197A89C}"/>
              </a:ext>
            </a:extLst>
          </p:cNvPr>
          <p:cNvPicPr>
            <a:picLocks noChangeAspect="1"/>
          </p:cNvPicPr>
          <p:nvPr/>
        </p:nvPicPr>
        <p:blipFill>
          <a:blip r:embed="rId5"/>
          <a:stretch>
            <a:fillRect/>
          </a:stretch>
        </p:blipFill>
        <p:spPr>
          <a:xfrm>
            <a:off x="994224" y="2222356"/>
            <a:ext cx="1505027" cy="1498677"/>
          </a:xfrm>
          <a:prstGeom prst="rect">
            <a:avLst/>
          </a:prstGeom>
        </p:spPr>
      </p:pic>
    </p:spTree>
    <p:extLst>
      <p:ext uri="{BB962C8B-B14F-4D97-AF65-F5344CB8AC3E}">
        <p14:creationId xmlns:p14="http://schemas.microsoft.com/office/powerpoint/2010/main" val="3026191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58489" y="0"/>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58335" y="1316736"/>
            <a:ext cx="5198296" cy="953893"/>
          </a:xfrm>
        </p:spPr>
        <p:txBody>
          <a:bodyPr/>
          <a:lstStyle/>
          <a:p>
            <a:pPr marL="152400" indent="0">
              <a:buNone/>
            </a:pPr>
            <a:r>
              <a:rPr lang="en-US" sz="1100" dirty="0">
                <a:latin typeface="Times New Roman" panose="02020603050405020304" pitchFamily="18" charset="0"/>
                <a:cs typeface="Times New Roman" panose="02020603050405020304" pitchFamily="18" charset="0"/>
              </a:rPr>
              <a:t>Various tweets having amount of irrelevance/negation/neutral/positiveness.</a:t>
            </a:r>
            <a:endParaRPr lang="en-CA" sz="1100"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5" name="Picture 4">
            <a:extLst>
              <a:ext uri="{FF2B5EF4-FFF2-40B4-BE49-F238E27FC236}">
                <a16:creationId xmlns:a16="http://schemas.microsoft.com/office/drawing/2014/main" id="{4E2CF58E-6D8A-B7C0-E06B-1A605E0F45DC}"/>
              </a:ext>
            </a:extLst>
          </p:cNvPr>
          <p:cNvPicPr>
            <a:picLocks noChangeAspect="1"/>
          </p:cNvPicPr>
          <p:nvPr/>
        </p:nvPicPr>
        <p:blipFill>
          <a:blip r:embed="rId3"/>
          <a:stretch>
            <a:fillRect/>
          </a:stretch>
        </p:blipFill>
        <p:spPr>
          <a:xfrm>
            <a:off x="5333135" y="0"/>
            <a:ext cx="3752376" cy="5143500"/>
          </a:xfrm>
          <a:prstGeom prst="rect">
            <a:avLst/>
          </a:prstGeom>
        </p:spPr>
      </p:pic>
      <p:pic>
        <p:nvPicPr>
          <p:cNvPr id="7" name="Picture 6">
            <a:extLst>
              <a:ext uri="{FF2B5EF4-FFF2-40B4-BE49-F238E27FC236}">
                <a16:creationId xmlns:a16="http://schemas.microsoft.com/office/drawing/2014/main" id="{B31869B4-0F84-41AD-702A-CFE779E1A908}"/>
              </a:ext>
            </a:extLst>
          </p:cNvPr>
          <p:cNvPicPr>
            <a:picLocks noChangeAspect="1"/>
          </p:cNvPicPr>
          <p:nvPr/>
        </p:nvPicPr>
        <p:blipFill>
          <a:blip r:embed="rId4"/>
          <a:stretch>
            <a:fillRect/>
          </a:stretch>
        </p:blipFill>
        <p:spPr>
          <a:xfrm>
            <a:off x="0" y="2317407"/>
            <a:ext cx="5208570" cy="1615574"/>
          </a:xfrm>
          <a:prstGeom prst="rect">
            <a:avLst/>
          </a:prstGeom>
        </p:spPr>
      </p:pic>
      <p:pic>
        <p:nvPicPr>
          <p:cNvPr id="11" name="Picture 10">
            <a:extLst>
              <a:ext uri="{FF2B5EF4-FFF2-40B4-BE49-F238E27FC236}">
                <a16:creationId xmlns:a16="http://schemas.microsoft.com/office/drawing/2014/main" id="{6F09EC73-6B12-EFFF-2A4D-19C275CBB2B7}"/>
              </a:ext>
            </a:extLst>
          </p:cNvPr>
          <p:cNvPicPr>
            <a:picLocks noChangeAspect="1"/>
          </p:cNvPicPr>
          <p:nvPr/>
        </p:nvPicPr>
        <p:blipFill>
          <a:blip r:embed="rId5"/>
          <a:stretch>
            <a:fillRect/>
          </a:stretch>
        </p:blipFill>
        <p:spPr>
          <a:xfrm>
            <a:off x="0" y="4007892"/>
            <a:ext cx="5256631" cy="539801"/>
          </a:xfrm>
          <a:prstGeom prst="rect">
            <a:avLst/>
          </a:prstGeom>
        </p:spPr>
      </p:pic>
    </p:spTree>
    <p:extLst>
      <p:ext uri="{BB962C8B-B14F-4D97-AF65-F5344CB8AC3E}">
        <p14:creationId xmlns:p14="http://schemas.microsoft.com/office/powerpoint/2010/main" val="3901679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598449" y="1376081"/>
            <a:ext cx="2693391" cy="2631811"/>
          </a:xfrm>
        </p:spPr>
        <p:txBody>
          <a:bodyPr/>
          <a:lstStyle/>
          <a:p>
            <a:pPr marL="152400" indent="0">
              <a:buNone/>
            </a:pPr>
            <a:r>
              <a:rPr lang="en-US" sz="1200" dirty="0">
                <a:latin typeface="Times New Roman" panose="02020603050405020304" pitchFamily="18" charset="0"/>
                <a:cs typeface="Times New Roman" panose="02020603050405020304" pitchFamily="18" charset="0"/>
              </a:rPr>
              <a:t>Various positive words used in the tweets describing mood in the tweet.</a:t>
            </a:r>
            <a:endParaRPr lang="en-CA" sz="1200"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7" name="Picture 6">
            <a:extLst>
              <a:ext uri="{FF2B5EF4-FFF2-40B4-BE49-F238E27FC236}">
                <a16:creationId xmlns:a16="http://schemas.microsoft.com/office/drawing/2014/main" id="{F6F8E186-35CB-50BE-EDBA-61535DCCEE28}"/>
              </a:ext>
            </a:extLst>
          </p:cNvPr>
          <p:cNvPicPr>
            <a:picLocks noChangeAspect="1"/>
          </p:cNvPicPr>
          <p:nvPr/>
        </p:nvPicPr>
        <p:blipFill>
          <a:blip r:embed="rId3"/>
          <a:stretch>
            <a:fillRect/>
          </a:stretch>
        </p:blipFill>
        <p:spPr>
          <a:xfrm>
            <a:off x="4398970" y="64550"/>
            <a:ext cx="4304465" cy="2043427"/>
          </a:xfrm>
          <a:prstGeom prst="rect">
            <a:avLst/>
          </a:prstGeom>
        </p:spPr>
      </p:pic>
      <p:pic>
        <p:nvPicPr>
          <p:cNvPr id="11" name="Picture 10">
            <a:extLst>
              <a:ext uri="{FF2B5EF4-FFF2-40B4-BE49-F238E27FC236}">
                <a16:creationId xmlns:a16="http://schemas.microsoft.com/office/drawing/2014/main" id="{8CCAC8EB-25E1-D97F-279E-31109D552547}"/>
              </a:ext>
            </a:extLst>
          </p:cNvPr>
          <p:cNvPicPr>
            <a:picLocks noChangeAspect="1"/>
          </p:cNvPicPr>
          <p:nvPr/>
        </p:nvPicPr>
        <p:blipFill>
          <a:blip r:embed="rId4"/>
          <a:stretch>
            <a:fillRect/>
          </a:stretch>
        </p:blipFill>
        <p:spPr>
          <a:xfrm>
            <a:off x="4015852" y="2226307"/>
            <a:ext cx="5054996" cy="2878244"/>
          </a:xfrm>
          <a:prstGeom prst="rect">
            <a:avLst/>
          </a:prstGeom>
        </p:spPr>
      </p:pic>
    </p:spTree>
    <p:extLst>
      <p:ext uri="{BB962C8B-B14F-4D97-AF65-F5344CB8AC3E}">
        <p14:creationId xmlns:p14="http://schemas.microsoft.com/office/powerpoint/2010/main" val="282811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a:latin typeface="Times New Roman" panose="02020603050405020304" pitchFamily="18" charset="0"/>
                <a:cs typeface="Times New Roman" panose="02020603050405020304" pitchFamily="18" charset="0"/>
              </a:rPr>
              <a:t>EDA Cont.</a:t>
            </a:r>
            <a:endParaRPr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B88D310-4736-CFA4-C495-F38A772124B6}"/>
              </a:ext>
            </a:extLst>
          </p:cNvPr>
          <p:cNvSpPr>
            <a:spLocks noGrp="1"/>
          </p:cNvSpPr>
          <p:nvPr>
            <p:ph type="subTitle" idx="1"/>
          </p:nvPr>
        </p:nvSpPr>
        <p:spPr>
          <a:xfrm>
            <a:off x="196113" y="1236408"/>
            <a:ext cx="7947101" cy="1084621"/>
          </a:xfrm>
        </p:spPr>
        <p:txBody>
          <a:bodyPr/>
          <a:lstStyle/>
          <a:p>
            <a:pPr marL="152400" indent="0">
              <a:buNone/>
            </a:pPr>
            <a:r>
              <a:rPr lang="en-US" sz="1200" dirty="0">
                <a:latin typeface="Times New Roman" panose="02020603050405020304" pitchFamily="18" charset="0"/>
                <a:cs typeface="Times New Roman" panose="02020603050405020304" pitchFamily="18" charset="0"/>
              </a:rPr>
              <a:t>Describing various words for positive sentiments.</a:t>
            </a:r>
            <a:endParaRPr lang="en-CA" sz="1200" dirty="0">
              <a:latin typeface="Times New Roman" panose="02020603050405020304" pitchFamily="18" charset="0"/>
              <a:cs typeface="Times New Roman" panose="02020603050405020304" pitchFamily="18" charset="0"/>
            </a:endParaRPr>
          </a:p>
        </p:txBody>
      </p:sp>
      <p:sp>
        <p:nvSpPr>
          <p:cNvPr id="2" name="Google Shape;1283;p39">
            <a:extLst>
              <a:ext uri="{FF2B5EF4-FFF2-40B4-BE49-F238E27FC236}">
                <a16:creationId xmlns:a16="http://schemas.microsoft.com/office/drawing/2014/main" id="{BEE34F64-B179-F861-372E-BD4A35D15AC4}"/>
              </a:ext>
            </a:extLst>
          </p:cNvPr>
          <p:cNvSpPr/>
          <p:nvPr/>
        </p:nvSpPr>
        <p:spPr>
          <a:xfrm>
            <a:off x="3243070" y="1135608"/>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5" name="Picture 4">
            <a:extLst>
              <a:ext uri="{FF2B5EF4-FFF2-40B4-BE49-F238E27FC236}">
                <a16:creationId xmlns:a16="http://schemas.microsoft.com/office/drawing/2014/main" id="{D7B1A68A-9843-47F0-4916-4CC8C208DCCC}"/>
              </a:ext>
            </a:extLst>
          </p:cNvPr>
          <p:cNvPicPr>
            <a:picLocks noChangeAspect="1"/>
          </p:cNvPicPr>
          <p:nvPr/>
        </p:nvPicPr>
        <p:blipFill>
          <a:blip r:embed="rId3"/>
          <a:stretch>
            <a:fillRect/>
          </a:stretch>
        </p:blipFill>
        <p:spPr>
          <a:xfrm>
            <a:off x="113791" y="1650401"/>
            <a:ext cx="3873699" cy="3168813"/>
          </a:xfrm>
          <a:prstGeom prst="rect">
            <a:avLst/>
          </a:prstGeom>
        </p:spPr>
      </p:pic>
      <p:pic>
        <p:nvPicPr>
          <p:cNvPr id="2050" name="Picture 2">
            <a:extLst>
              <a:ext uri="{FF2B5EF4-FFF2-40B4-BE49-F238E27FC236}">
                <a16:creationId xmlns:a16="http://schemas.microsoft.com/office/drawing/2014/main" id="{D61B6C9C-CAB6-E233-478C-AECC6105E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5516" y="1522476"/>
            <a:ext cx="5065545" cy="3559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742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5"/>
        <p:cNvGrpSpPr/>
        <p:nvPr/>
      </p:nvGrpSpPr>
      <p:grpSpPr>
        <a:xfrm>
          <a:off x="0" y="0"/>
          <a:ext cx="0" cy="0"/>
          <a:chOff x="0" y="0"/>
          <a:chExt cx="0" cy="0"/>
        </a:xfrm>
      </p:grpSpPr>
      <p:sp>
        <p:nvSpPr>
          <p:cNvPr id="19" name="TextBox 18">
            <a:extLst>
              <a:ext uri="{FF2B5EF4-FFF2-40B4-BE49-F238E27FC236}">
                <a16:creationId xmlns:a16="http://schemas.microsoft.com/office/drawing/2014/main" id="{068B9558-5FA0-0B0B-102C-9B6E8EFB9D19}"/>
              </a:ext>
            </a:extLst>
          </p:cNvPr>
          <p:cNvSpPr txBox="1"/>
          <p:nvPr/>
        </p:nvSpPr>
        <p:spPr>
          <a:xfrm>
            <a:off x="1107688" y="304800"/>
            <a:ext cx="6779942" cy="584775"/>
          </a:xfrm>
          <a:prstGeom prst="rect">
            <a:avLst/>
          </a:prstGeom>
          <a:noFill/>
        </p:spPr>
        <p:txBody>
          <a:bodyPr wrap="square" rtlCol="0">
            <a:spAutoFit/>
          </a:bodyPr>
          <a:lstStyle/>
          <a:p>
            <a:pPr algn="ctr"/>
            <a:r>
              <a:rPr lang="en-CA" sz="3200" dirty="0">
                <a:latin typeface="Times New Roman" panose="02020603050405020304" pitchFamily="18" charset="0"/>
                <a:cs typeface="Times New Roman" panose="02020603050405020304" pitchFamily="18" charset="0"/>
              </a:rPr>
              <a:t>Machine Learning Classification</a:t>
            </a:r>
          </a:p>
        </p:txBody>
      </p:sp>
      <p:sp>
        <p:nvSpPr>
          <p:cNvPr id="20" name="Google Shape;1275;p38">
            <a:extLst>
              <a:ext uri="{FF2B5EF4-FFF2-40B4-BE49-F238E27FC236}">
                <a16:creationId xmlns:a16="http://schemas.microsoft.com/office/drawing/2014/main" id="{F4677881-5588-01C0-18D4-580BB19BC50D}"/>
              </a:ext>
            </a:extLst>
          </p:cNvPr>
          <p:cNvSpPr/>
          <p:nvPr/>
        </p:nvSpPr>
        <p:spPr>
          <a:xfrm>
            <a:off x="3088999" y="854043"/>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3074" name="Picture 2">
            <a:extLst>
              <a:ext uri="{FF2B5EF4-FFF2-40B4-BE49-F238E27FC236}">
                <a16:creationId xmlns:a16="http://schemas.microsoft.com/office/drawing/2014/main" id="{75CC3D22-7E41-5350-0374-C82B9BFEF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109" y="1226456"/>
            <a:ext cx="7277100" cy="25717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5628C96-4D52-2476-7E90-468B25E3FF24}"/>
              </a:ext>
            </a:extLst>
          </p:cNvPr>
          <p:cNvSpPr txBox="1"/>
          <p:nvPr/>
        </p:nvSpPr>
        <p:spPr>
          <a:xfrm>
            <a:off x="933651" y="4061861"/>
            <a:ext cx="7202558" cy="1384995"/>
          </a:xfrm>
          <a:prstGeom prst="rect">
            <a:avLst/>
          </a:prstGeom>
          <a:noFill/>
        </p:spPr>
        <p:txBody>
          <a:bodyPr wrap="square" rtlCol="0">
            <a:spAutoFit/>
          </a:bodyPr>
          <a:lstStyle/>
          <a:p>
            <a:r>
              <a:rPr lang="en-US" b="0" dirty="0">
                <a:solidFill>
                  <a:schemeClr val="bg1">
                    <a:lumMod val="10000"/>
                  </a:schemeClr>
                </a:solidFill>
                <a:effectLst/>
                <a:latin typeface="Courier New" panose="02070309020205020404" pitchFamily="49" charset="0"/>
              </a:rPr>
              <a:t>In summary, </a:t>
            </a:r>
            <a:r>
              <a:rPr lang="en-US" b="0" dirty="0" err="1">
                <a:solidFill>
                  <a:schemeClr val="bg1">
                    <a:lumMod val="10000"/>
                  </a:schemeClr>
                </a:solidFill>
                <a:effectLst/>
                <a:latin typeface="Courier New" panose="02070309020205020404" pitchFamily="49" charset="0"/>
              </a:rPr>
              <a:t>BiLSTM</a:t>
            </a:r>
            <a:r>
              <a:rPr lang="en-US" b="0" dirty="0">
                <a:solidFill>
                  <a:schemeClr val="bg1">
                    <a:lumMod val="10000"/>
                  </a:schemeClr>
                </a:solidFill>
                <a:effectLst/>
                <a:latin typeface="Courier New" panose="02070309020205020404" pitchFamily="49" charset="0"/>
              </a:rPr>
              <a:t> adds one more LSTM layer, which reverses the direction of information flow. Briefly, it means that the input sequence flows backward in the additional LSTM layer. Then we combine the outputs from both LSTM layers in several ways, such as average, sum, multiplication, or concatenation.</a:t>
            </a:r>
          </a:p>
          <a:p>
            <a:endParaRPr lang="en-CA" dirty="0">
              <a:solidFill>
                <a:schemeClr val="bg1">
                  <a:lumMod val="1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sp>
        <p:nvSpPr>
          <p:cNvPr id="1403" name="Google Shape;1403;p48"/>
          <p:cNvSpPr txBox="1">
            <a:spLocks noGrp="1"/>
          </p:cNvSpPr>
          <p:nvPr>
            <p:ph type="title"/>
          </p:nvPr>
        </p:nvSpPr>
        <p:spPr>
          <a:xfrm>
            <a:off x="2478000" y="1552500"/>
            <a:ext cx="4188000" cy="203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404" name="Google Shape;1404;p48"/>
          <p:cNvSpPr/>
          <p:nvPr/>
        </p:nvSpPr>
        <p:spPr>
          <a:xfrm>
            <a:off x="-50" y="4832400"/>
            <a:ext cx="9144000" cy="324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5DE7E070-A817-020A-6F87-0A8F2C996AF0}"/>
              </a:ext>
            </a:extLst>
          </p:cNvPr>
          <p:cNvPicPr>
            <a:picLocks noChangeAspect="1"/>
          </p:cNvPicPr>
          <p:nvPr/>
        </p:nvPicPr>
        <p:blipFill>
          <a:blip r:embed="rId3"/>
          <a:stretch>
            <a:fillRect/>
          </a:stretch>
        </p:blipFill>
        <p:spPr>
          <a:xfrm>
            <a:off x="688725" y="1388664"/>
            <a:ext cx="7766449" cy="3143412"/>
          </a:xfrm>
          <a:prstGeom prst="rect">
            <a:avLst/>
          </a:prstGeom>
        </p:spPr>
      </p:pic>
      <p:sp>
        <p:nvSpPr>
          <p:cNvPr id="2" name="TextBox 1">
            <a:extLst>
              <a:ext uri="{FF2B5EF4-FFF2-40B4-BE49-F238E27FC236}">
                <a16:creationId xmlns:a16="http://schemas.microsoft.com/office/drawing/2014/main" id="{F54BB668-CFAA-7115-0566-5B25BD521E62}"/>
              </a:ext>
            </a:extLst>
          </p:cNvPr>
          <p:cNvSpPr txBox="1"/>
          <p:nvPr/>
        </p:nvSpPr>
        <p:spPr>
          <a:xfrm>
            <a:off x="1107688" y="638556"/>
            <a:ext cx="6779942" cy="584775"/>
          </a:xfrm>
          <a:prstGeom prst="rect">
            <a:avLst/>
          </a:prstGeom>
          <a:noFill/>
        </p:spPr>
        <p:txBody>
          <a:bodyPr wrap="square" rtlCol="0">
            <a:spAutoFit/>
          </a:bodyPr>
          <a:lstStyle/>
          <a:p>
            <a:pPr algn="ctr"/>
            <a:r>
              <a:rPr lang="en-CA" sz="3200" dirty="0">
                <a:latin typeface="Times New Roman" panose="02020603050405020304" pitchFamily="18" charset="0"/>
                <a:cs typeface="Times New Roman" panose="02020603050405020304" pitchFamily="18" charset="0"/>
              </a:rPr>
              <a:t>Machine Learning Classification Cont.</a:t>
            </a:r>
          </a:p>
        </p:txBody>
      </p:sp>
    </p:spTree>
    <p:extLst>
      <p:ext uri="{BB962C8B-B14F-4D97-AF65-F5344CB8AC3E}">
        <p14:creationId xmlns:p14="http://schemas.microsoft.com/office/powerpoint/2010/main" val="2248215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31" name="TextBox 30">
            <a:extLst>
              <a:ext uri="{FF2B5EF4-FFF2-40B4-BE49-F238E27FC236}">
                <a16:creationId xmlns:a16="http://schemas.microsoft.com/office/drawing/2014/main" id="{9838F2CC-0D73-8ACF-86B6-5E073BEE66BD}"/>
              </a:ext>
            </a:extLst>
          </p:cNvPr>
          <p:cNvSpPr txBox="1"/>
          <p:nvPr/>
        </p:nvSpPr>
        <p:spPr>
          <a:xfrm>
            <a:off x="1427356" y="394010"/>
            <a:ext cx="6356195" cy="584775"/>
          </a:xfrm>
          <a:prstGeom prst="rect">
            <a:avLst/>
          </a:prstGeom>
          <a:noFill/>
        </p:spPr>
        <p:txBody>
          <a:bodyPr wrap="square" rtlCol="0">
            <a:spAutoFit/>
          </a:bodyPr>
          <a:lstStyle/>
          <a:p>
            <a:pPr algn="ctr"/>
            <a:r>
              <a:rPr lang="en-CA" sz="3200" dirty="0">
                <a:latin typeface="Times New Roman" panose="02020603050405020304" pitchFamily="18" charset="0"/>
                <a:cs typeface="Times New Roman" panose="02020603050405020304" pitchFamily="18" charset="0"/>
              </a:rPr>
              <a:t>Data Visualization</a:t>
            </a:r>
          </a:p>
        </p:txBody>
      </p:sp>
      <p:sp>
        <p:nvSpPr>
          <p:cNvPr id="32" name="Google Shape;1275;p38">
            <a:extLst>
              <a:ext uri="{FF2B5EF4-FFF2-40B4-BE49-F238E27FC236}">
                <a16:creationId xmlns:a16="http://schemas.microsoft.com/office/drawing/2014/main" id="{2C3E3677-7947-7808-7E4C-DF184F038E25}"/>
              </a:ext>
            </a:extLst>
          </p:cNvPr>
          <p:cNvSpPr/>
          <p:nvPr/>
        </p:nvSpPr>
        <p:spPr>
          <a:xfrm>
            <a:off x="3512745" y="928385"/>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4" name="TextBox 33">
            <a:extLst>
              <a:ext uri="{FF2B5EF4-FFF2-40B4-BE49-F238E27FC236}">
                <a16:creationId xmlns:a16="http://schemas.microsoft.com/office/drawing/2014/main" id="{46A66CF8-247E-3D16-D75B-EE7497FD8DBF}"/>
              </a:ext>
            </a:extLst>
          </p:cNvPr>
          <p:cNvSpPr txBox="1"/>
          <p:nvPr/>
        </p:nvSpPr>
        <p:spPr>
          <a:xfrm>
            <a:off x="269489" y="837350"/>
            <a:ext cx="3127916" cy="1600438"/>
          </a:xfrm>
          <a:prstGeom prst="rect">
            <a:avLst/>
          </a:prstGeom>
          <a:noFill/>
        </p:spPr>
        <p:txBody>
          <a:bodyPr wrap="square">
            <a:spAutoFit/>
          </a:bodyPr>
          <a:lstStyle/>
          <a:p>
            <a:pPr algn="just"/>
            <a:r>
              <a:rPr lang="en-US" b="0" i="0" dirty="0">
                <a:solidFill>
                  <a:srgbClr val="374151"/>
                </a:solidFill>
                <a:effectLst/>
                <a:latin typeface="Times New Roman" panose="02020603050405020304" pitchFamily="18" charset="0"/>
                <a:cs typeface="Times New Roman" panose="02020603050405020304" pitchFamily="18" charset="0"/>
              </a:rPr>
              <a:t> </a:t>
            </a:r>
          </a:p>
          <a:p>
            <a:pPr algn="just"/>
            <a:r>
              <a:rPr lang="en-US" b="0" i="0" dirty="0">
                <a:solidFill>
                  <a:srgbClr val="374151"/>
                </a:solidFill>
                <a:effectLst/>
                <a:latin typeface="Times New Roman" panose="02020603050405020304" pitchFamily="18" charset="0"/>
                <a:cs typeface="Times New Roman" panose="02020603050405020304" pitchFamily="18" charset="0"/>
              </a:rPr>
              <a:t> </a:t>
            </a:r>
            <a:endParaRPr lang="en-US" dirty="0">
              <a:solidFill>
                <a:srgbClr val="37415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solidFill>
                  <a:srgbClr val="374151"/>
                </a:solidFill>
                <a:latin typeface="Times New Roman" panose="02020603050405020304" pitchFamily="18" charset="0"/>
                <a:cs typeface="Times New Roman" panose="02020603050405020304" pitchFamily="18" charset="0"/>
              </a:rPr>
              <a:t>P</a:t>
            </a:r>
            <a:r>
              <a:rPr lang="en-US" b="0" i="0" dirty="0">
                <a:solidFill>
                  <a:srgbClr val="374151"/>
                </a:solidFill>
                <a:effectLst/>
                <a:latin typeface="Times New Roman" panose="02020603050405020304" pitchFamily="18" charset="0"/>
                <a:cs typeface="Times New Roman" panose="02020603050405020304" pitchFamily="18" charset="0"/>
              </a:rPr>
              <a:t>rovides a clear understanding of the most frequent words associated with each sentiment class and the model's performance metrics.</a:t>
            </a:r>
          </a:p>
          <a:p>
            <a:pPr algn="just"/>
            <a:endParaRPr lang="en-CA"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E56FBAA-C5AF-2E2A-AA65-C27A37121569}"/>
              </a:ext>
            </a:extLst>
          </p:cNvPr>
          <p:cNvPicPr>
            <a:picLocks noChangeAspect="1"/>
          </p:cNvPicPr>
          <p:nvPr/>
        </p:nvPicPr>
        <p:blipFill>
          <a:blip r:embed="rId3"/>
          <a:stretch>
            <a:fillRect/>
          </a:stretch>
        </p:blipFill>
        <p:spPr>
          <a:xfrm>
            <a:off x="3582135" y="1150938"/>
            <a:ext cx="5194567" cy="1936850"/>
          </a:xfrm>
          <a:prstGeom prst="rect">
            <a:avLst/>
          </a:prstGeom>
        </p:spPr>
      </p:pic>
      <p:pic>
        <p:nvPicPr>
          <p:cNvPr id="5" name="Picture 4">
            <a:extLst>
              <a:ext uri="{FF2B5EF4-FFF2-40B4-BE49-F238E27FC236}">
                <a16:creationId xmlns:a16="http://schemas.microsoft.com/office/drawing/2014/main" id="{1DC9EE03-11D6-B658-5088-6B3D1B94FB21}"/>
              </a:ext>
            </a:extLst>
          </p:cNvPr>
          <p:cNvPicPr>
            <a:picLocks noChangeAspect="1"/>
          </p:cNvPicPr>
          <p:nvPr/>
        </p:nvPicPr>
        <p:blipFill>
          <a:blip r:embed="rId4"/>
          <a:stretch>
            <a:fillRect/>
          </a:stretch>
        </p:blipFill>
        <p:spPr>
          <a:xfrm>
            <a:off x="5984694" y="3087788"/>
            <a:ext cx="2654436" cy="1949550"/>
          </a:xfrm>
          <a:prstGeom prst="rect">
            <a:avLst/>
          </a:prstGeom>
        </p:spPr>
      </p:pic>
      <p:pic>
        <p:nvPicPr>
          <p:cNvPr id="7" name="Picture 6">
            <a:extLst>
              <a:ext uri="{FF2B5EF4-FFF2-40B4-BE49-F238E27FC236}">
                <a16:creationId xmlns:a16="http://schemas.microsoft.com/office/drawing/2014/main" id="{6CBB7AF5-D9CB-1B1F-4CC8-FFF333CAD26E}"/>
              </a:ext>
            </a:extLst>
          </p:cNvPr>
          <p:cNvPicPr>
            <a:picLocks noChangeAspect="1"/>
          </p:cNvPicPr>
          <p:nvPr/>
        </p:nvPicPr>
        <p:blipFill>
          <a:blip r:embed="rId5"/>
          <a:stretch>
            <a:fillRect/>
          </a:stretch>
        </p:blipFill>
        <p:spPr>
          <a:xfrm>
            <a:off x="107415" y="2309834"/>
            <a:ext cx="3770650" cy="283799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14"/>
        <p:cNvGrpSpPr/>
        <p:nvPr/>
      </p:nvGrpSpPr>
      <p:grpSpPr>
        <a:xfrm>
          <a:off x="0" y="0"/>
          <a:ext cx="0" cy="0"/>
          <a:chOff x="0" y="0"/>
          <a:chExt cx="0" cy="0"/>
        </a:xfrm>
      </p:grpSpPr>
      <p:pic>
        <p:nvPicPr>
          <p:cNvPr id="1415" name="Google Shape;1415;p50"/>
          <p:cNvPicPr preferRelativeResize="0">
            <a:picLocks noGrp="1"/>
          </p:cNvPicPr>
          <p:nvPr>
            <p:ph type="pic" idx="2"/>
          </p:nvPr>
        </p:nvPicPr>
        <p:blipFill rotWithShape="1">
          <a:blip r:embed="rId3">
            <a:alphaModFix/>
          </a:blip>
          <a:srcRect t="6332" b="6323"/>
          <a:stretch/>
        </p:blipFill>
        <p:spPr>
          <a:xfrm>
            <a:off x="37543" y="1095706"/>
            <a:ext cx="4649098" cy="2883354"/>
          </a:xfrm>
          <a:prstGeom prst="rect">
            <a:avLst/>
          </a:prstGeom>
        </p:spPr>
      </p:pic>
      <p:sp>
        <p:nvSpPr>
          <p:cNvPr id="1416" name="Google Shape;1416;p50"/>
          <p:cNvSpPr txBox="1">
            <a:spLocks noGrp="1"/>
          </p:cNvSpPr>
          <p:nvPr>
            <p:ph type="title"/>
          </p:nvPr>
        </p:nvSpPr>
        <p:spPr>
          <a:xfrm>
            <a:off x="4284825" y="174498"/>
            <a:ext cx="3893518" cy="111670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CA" sz="3200" dirty="0">
                <a:latin typeface="Times New Roman" panose="02020603050405020304" pitchFamily="18" charset="0"/>
                <a:cs typeface="Times New Roman" panose="02020603050405020304" pitchFamily="18" charset="0"/>
              </a:rPr>
              <a:t>Utilisation of the Project</a:t>
            </a:r>
            <a:endParaRPr sz="3200" dirty="0">
              <a:latin typeface="Times New Roman" panose="02020603050405020304" pitchFamily="18" charset="0"/>
              <a:cs typeface="Times New Roman" panose="02020603050405020304" pitchFamily="18" charset="0"/>
            </a:endParaRPr>
          </a:p>
        </p:txBody>
      </p:sp>
      <p:grpSp>
        <p:nvGrpSpPr>
          <p:cNvPr id="1417" name="Google Shape;1417;p50"/>
          <p:cNvGrpSpPr/>
          <p:nvPr/>
        </p:nvGrpSpPr>
        <p:grpSpPr>
          <a:xfrm rot="10800000" flipH="1">
            <a:off x="-1945300" y="-710150"/>
            <a:ext cx="5948400" cy="1443000"/>
            <a:chOff x="-877326" y="4604000"/>
            <a:chExt cx="5948400" cy="1443000"/>
          </a:xfrm>
        </p:grpSpPr>
        <p:sp>
          <p:nvSpPr>
            <p:cNvPr id="1418" name="Google Shape;1418;p50"/>
            <p:cNvSpPr/>
            <p:nvPr/>
          </p:nvSpPr>
          <p:spPr>
            <a:xfrm flipH="1">
              <a:off x="-877326" y="4604000"/>
              <a:ext cx="5948400" cy="14430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419" name="Google Shape;1419;p50"/>
            <p:cNvSpPr/>
            <p:nvPr/>
          </p:nvSpPr>
          <p:spPr>
            <a:xfrm flipH="1">
              <a:off x="2990613"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sp>
          <p:nvSpPr>
            <p:cNvPr id="1420" name="Google Shape;1420;p50"/>
            <p:cNvSpPr/>
            <p:nvPr/>
          </p:nvSpPr>
          <p:spPr>
            <a:xfrm flipH="1">
              <a:off x="4003069" y="4861725"/>
              <a:ext cx="729300" cy="729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421" name="Google Shape;1421;p50"/>
            <p:cNvSpPr/>
            <p:nvPr/>
          </p:nvSpPr>
          <p:spPr>
            <a:xfrm flipH="1">
              <a:off x="2033631" y="4721025"/>
              <a:ext cx="349800" cy="3498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422" name="Google Shape;1422;p50"/>
            <p:cNvSpPr/>
            <p:nvPr/>
          </p:nvSpPr>
          <p:spPr>
            <a:xfrm flipH="1">
              <a:off x="2644944" y="4970013"/>
              <a:ext cx="100800" cy="100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423" name="Google Shape;1423;p50"/>
            <p:cNvSpPr/>
            <p:nvPr/>
          </p:nvSpPr>
          <p:spPr>
            <a:xfrm flipH="1">
              <a:off x="1671319" y="4771125"/>
              <a:ext cx="100800" cy="1008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424" name="Google Shape;1424;p50"/>
            <p:cNvSpPr/>
            <p:nvPr/>
          </p:nvSpPr>
          <p:spPr>
            <a:xfrm flipH="1">
              <a:off x="508726" y="4797224"/>
              <a:ext cx="878906" cy="212826"/>
            </a:xfrm>
            <a:prstGeom prst="rect">
              <a:avLst/>
            </a:prstGeom>
          </p:spPr>
          <p:txBody>
            <a:bodyPr>
              <a:prstTxWarp prst="textPlain">
                <a:avLst/>
              </a:prstTxWarp>
            </a:bodyPr>
            <a:lstStyle/>
            <a:p>
              <a:pPr lvl="0" algn="ctr"/>
              <a:r>
                <a:rPr b="0" i="0">
                  <a:ln>
                    <a:noFill/>
                  </a:ln>
                  <a:solidFill>
                    <a:schemeClr val="lt1"/>
                  </a:solidFill>
                  <a:latin typeface="Arial"/>
                </a:rPr>
                <a:t>///////////</a:t>
              </a:r>
            </a:p>
          </p:txBody>
        </p:sp>
      </p:grpSp>
      <p:sp>
        <p:nvSpPr>
          <p:cNvPr id="1425" name="Google Shape;1425;p50"/>
          <p:cNvSpPr/>
          <p:nvPr/>
        </p:nvSpPr>
        <p:spPr>
          <a:xfrm rot="-2452041">
            <a:off x="-497528" y="4370660"/>
            <a:ext cx="939004" cy="812034"/>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1426" name="Google Shape;1426;p50"/>
          <p:cNvSpPr/>
          <p:nvPr/>
        </p:nvSpPr>
        <p:spPr>
          <a:xfrm rot="1478454">
            <a:off x="8685262" y="2696162"/>
            <a:ext cx="939007" cy="812011"/>
          </a:xfrm>
          <a:prstGeom prst="triangle">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2" name="Google Shape;1275;p38">
            <a:extLst>
              <a:ext uri="{FF2B5EF4-FFF2-40B4-BE49-F238E27FC236}">
                <a16:creationId xmlns:a16="http://schemas.microsoft.com/office/drawing/2014/main" id="{E23A6E22-80F9-80D9-5458-705627DDBE5A}"/>
              </a:ext>
            </a:extLst>
          </p:cNvPr>
          <p:cNvSpPr/>
          <p:nvPr/>
        </p:nvSpPr>
        <p:spPr>
          <a:xfrm>
            <a:off x="5075684" y="1240803"/>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 name="TextBox 4">
            <a:extLst>
              <a:ext uri="{FF2B5EF4-FFF2-40B4-BE49-F238E27FC236}">
                <a16:creationId xmlns:a16="http://schemas.microsoft.com/office/drawing/2014/main" id="{5AFE674A-9580-8D31-8871-053CC76908C4}"/>
              </a:ext>
            </a:extLst>
          </p:cNvPr>
          <p:cNvSpPr txBox="1"/>
          <p:nvPr/>
        </p:nvSpPr>
        <p:spPr>
          <a:xfrm>
            <a:off x="5005137" y="1740801"/>
            <a:ext cx="3553602" cy="2677656"/>
          </a:xfrm>
          <a:prstGeom prst="rect">
            <a:avLst/>
          </a:prstGeom>
          <a:noFill/>
        </p:spPr>
        <p:txBody>
          <a:bodyPr wrap="square" rtlCol="0">
            <a:spAutoFit/>
          </a:bodyPr>
          <a:lstStyle/>
          <a:p>
            <a:pPr marL="285750" indent="-285750">
              <a:buFont typeface="Arial" panose="020B0604020202020204" pitchFamily="34" charset="0"/>
              <a:buChar char="•"/>
            </a:pPr>
            <a:r>
              <a:rPr lang="en-US" dirty="0"/>
              <a:t>With the help of sentiment analysis any of the organization could easily found the honest review of their product.</a:t>
            </a:r>
          </a:p>
          <a:p>
            <a:pPr marL="285750" indent="-285750">
              <a:buFont typeface="Arial" panose="020B0604020202020204" pitchFamily="34" charset="0"/>
              <a:buChar char="•"/>
            </a:pPr>
            <a:r>
              <a:rPr lang="en-US" dirty="0"/>
              <a:t>Organization could easily understand that their client are happy or not from the product.</a:t>
            </a:r>
          </a:p>
          <a:p>
            <a:pPr marL="285750" indent="-285750">
              <a:buFont typeface="Arial" panose="020B0604020202020204" pitchFamily="34" charset="0"/>
              <a:buChar char="•"/>
            </a:pPr>
            <a:r>
              <a:rPr lang="en-US" dirty="0"/>
              <a:t>We use the twitter data and the reason behind it nowadays people are posting any thing on the twitter to show whether they are happy or not from the product or from any on the organization.</a:t>
            </a:r>
            <a:endParaRPr lang="en-CA"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5"/>
        <p:cNvGrpSpPr/>
        <p:nvPr/>
      </p:nvGrpSpPr>
      <p:grpSpPr>
        <a:xfrm>
          <a:off x="0" y="0"/>
          <a:ext cx="0" cy="0"/>
          <a:chOff x="0" y="0"/>
          <a:chExt cx="0" cy="0"/>
        </a:xfrm>
      </p:grpSpPr>
      <p:sp>
        <p:nvSpPr>
          <p:cNvPr id="1326" name="Google Shape;1326;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Challenges and Considerations</a:t>
            </a:r>
            <a:endParaRPr dirty="0">
              <a:latin typeface="Times New Roman" panose="02020603050405020304" pitchFamily="18" charset="0"/>
              <a:cs typeface="Times New Roman" panose="02020603050405020304" pitchFamily="18" charset="0"/>
            </a:endParaRPr>
          </a:p>
        </p:txBody>
      </p:sp>
      <p:sp>
        <p:nvSpPr>
          <p:cNvPr id="1329" name="Google Shape;1329;p43"/>
          <p:cNvSpPr txBox="1">
            <a:spLocks noGrp="1"/>
          </p:cNvSpPr>
          <p:nvPr>
            <p:ph type="subTitle" idx="3"/>
          </p:nvPr>
        </p:nvSpPr>
        <p:spPr>
          <a:xfrm>
            <a:off x="720000" y="2014547"/>
            <a:ext cx="7508486" cy="13266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0" i="0" dirty="0">
                <a:solidFill>
                  <a:srgbClr val="374151"/>
                </a:solidFill>
                <a:effectLst/>
                <a:latin typeface="Lexend" panose="020B0604020202020204" charset="0"/>
              </a:rPr>
              <a:t>Challenges such as handling sarcasm, context-dependent sentiments, and potential biases in the training data will be addressed to enhance the robustness and fairness of our sentiment analysis system.</a:t>
            </a:r>
            <a:endParaRPr dirty="0">
              <a:latin typeface="Lexend" panose="020B0604020202020204" charset="0"/>
            </a:endParaRPr>
          </a:p>
        </p:txBody>
      </p:sp>
      <p:sp>
        <p:nvSpPr>
          <p:cNvPr id="2" name="Google Shape;1275;p38">
            <a:extLst>
              <a:ext uri="{FF2B5EF4-FFF2-40B4-BE49-F238E27FC236}">
                <a16:creationId xmlns:a16="http://schemas.microsoft.com/office/drawing/2014/main" id="{B7450DC8-8E98-8A16-7D69-2A04EB921F64}"/>
              </a:ext>
            </a:extLst>
          </p:cNvPr>
          <p:cNvSpPr/>
          <p:nvPr/>
        </p:nvSpPr>
        <p:spPr>
          <a:xfrm>
            <a:off x="3267418" y="1113469"/>
            <a:ext cx="2311800" cy="100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exend"/>
              <a:ea typeface="Lexend"/>
              <a:cs typeface="Lexend"/>
              <a:sym typeface="Lexend"/>
            </a:endParaRPr>
          </a:p>
        </p:txBody>
      </p:sp>
    </p:spTree>
    <p:extLst>
      <p:ext uri="{BB962C8B-B14F-4D97-AF65-F5344CB8AC3E}">
        <p14:creationId xmlns:p14="http://schemas.microsoft.com/office/powerpoint/2010/main" val="456962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p51"/>
          <p:cNvSpPr txBox="1">
            <a:spLocks noGrp="1"/>
          </p:cNvSpPr>
          <p:nvPr>
            <p:ph type="title"/>
          </p:nvPr>
        </p:nvSpPr>
        <p:spPr>
          <a:xfrm>
            <a:off x="4757039" y="706122"/>
            <a:ext cx="3436800" cy="74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CA" dirty="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p:txBody>
      </p:sp>
      <p:sp>
        <p:nvSpPr>
          <p:cNvPr id="2" name="Google Shape;1275;p38">
            <a:extLst>
              <a:ext uri="{FF2B5EF4-FFF2-40B4-BE49-F238E27FC236}">
                <a16:creationId xmlns:a16="http://schemas.microsoft.com/office/drawing/2014/main" id="{D89719C9-A9E7-5A1C-FF43-A37574948D34}"/>
              </a:ext>
            </a:extLst>
          </p:cNvPr>
          <p:cNvSpPr/>
          <p:nvPr/>
        </p:nvSpPr>
        <p:spPr>
          <a:xfrm>
            <a:off x="4906539" y="1351189"/>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pic>
        <p:nvPicPr>
          <p:cNvPr id="7" name="Picture Placeholder 6">
            <a:extLst>
              <a:ext uri="{FF2B5EF4-FFF2-40B4-BE49-F238E27FC236}">
                <a16:creationId xmlns:a16="http://schemas.microsoft.com/office/drawing/2014/main" id="{BB4B93E9-5437-976C-0F9D-0D8FC5E5A8FC}"/>
              </a:ext>
            </a:extLst>
          </p:cNvPr>
          <p:cNvPicPr>
            <a:picLocks noGrp="1" noChangeAspect="1"/>
          </p:cNvPicPr>
          <p:nvPr>
            <p:ph type="pic" idx="2"/>
          </p:nvPr>
        </p:nvPicPr>
        <p:blipFill>
          <a:blip r:embed="rId3"/>
          <a:srcRect l="5673" r="5673"/>
          <a:stretch>
            <a:fillRect/>
          </a:stretch>
        </p:blipFill>
        <p:spPr>
          <a:xfrm>
            <a:off x="252881" y="1454922"/>
            <a:ext cx="4134082" cy="2678472"/>
          </a:xfrm>
          <a:prstGeom prst="rect">
            <a:avLst/>
          </a:prstGeom>
          <a:solidFill>
            <a:schemeClr val="bg2">
              <a:lumMod val="60000"/>
              <a:lumOff val="40000"/>
            </a:schemeClr>
          </a:solidFill>
          <a:ln w="57150">
            <a:solidFill>
              <a:schemeClr val="bg2">
                <a:lumMod val="60000"/>
                <a:lumOff val="40000"/>
              </a:schemeClr>
            </a:solidFill>
          </a:ln>
          <a:effectLst>
            <a:outerShdw blurRad="50800" dist="38100" algn="l" rotWithShape="0">
              <a:prstClr val="black">
                <a:alpha val="40000"/>
              </a:prstClr>
            </a:outerShdw>
          </a:effectLst>
        </p:spPr>
      </p:pic>
      <p:sp>
        <p:nvSpPr>
          <p:cNvPr id="8" name="Rectangle 1">
            <a:extLst>
              <a:ext uri="{FF2B5EF4-FFF2-40B4-BE49-F238E27FC236}">
                <a16:creationId xmlns:a16="http://schemas.microsoft.com/office/drawing/2014/main" id="{1CAEC735-16FE-0E85-9BC2-39750012364D}"/>
              </a:ext>
            </a:extLst>
          </p:cNvPr>
          <p:cNvSpPr>
            <a:spLocks noGrp="1" noChangeArrowheads="1"/>
          </p:cNvSpPr>
          <p:nvPr>
            <p:ph type="subTitle" idx="1"/>
          </p:nvPr>
        </p:nvSpPr>
        <p:spPr bwMode="auto">
          <a:xfrm>
            <a:off x="5315415" y="2424025"/>
            <a:ext cx="32041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We are getting the mood of the person when they are postin</a:t>
            </a:r>
            <a:r>
              <a:rPr lang="en-US" altLang="en-US" sz="1800" dirty="0"/>
              <a:t>g something on the twitter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97"/>
        <p:cNvGrpSpPr/>
        <p:nvPr/>
      </p:nvGrpSpPr>
      <p:grpSpPr>
        <a:xfrm>
          <a:off x="0" y="0"/>
          <a:ext cx="0" cy="0"/>
          <a:chOff x="0" y="0"/>
          <a:chExt cx="0" cy="0"/>
        </a:xfrm>
      </p:grpSpPr>
      <p:sp>
        <p:nvSpPr>
          <p:cNvPr id="1698" name="Google Shape;1698;p62"/>
          <p:cNvSpPr txBox="1"/>
          <p:nvPr/>
        </p:nvSpPr>
        <p:spPr>
          <a:xfrm>
            <a:off x="2689365" y="2593294"/>
            <a:ext cx="2787673" cy="527700"/>
          </a:xfrm>
          <a:prstGeom prst="rect">
            <a:avLst/>
          </a:prstGeom>
          <a:noFill/>
          <a:ln>
            <a:noFill/>
          </a:ln>
        </p:spPr>
        <p:txBody>
          <a:bodyPr spcFirstLastPara="1" wrap="square" lIns="91425" tIns="91425" rIns="91425" bIns="91425"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2000" b="1" dirty="0">
                <a:solidFill>
                  <a:srgbClr val="071B4B"/>
                </a:solidFill>
                <a:latin typeface="Times New Roman" panose="02020603050405020304" pitchFamily="18" charset="0"/>
                <a:ea typeface="Lexend"/>
                <a:cs typeface="Times New Roman" panose="02020603050405020304" pitchFamily="18" charset="0"/>
                <a:sym typeface="Lexend"/>
              </a:rPr>
              <a:t>Stack Overflow</a:t>
            </a:r>
            <a:endParaRPr kumimoji="0" sz="2000" b="1" i="0" u="none" strike="noStrike" kern="0" cap="none" spc="0" normalizeH="0" baseline="0" noProof="0" dirty="0">
              <a:ln>
                <a:noFill/>
              </a:ln>
              <a:solidFill>
                <a:srgbClr val="071B4B"/>
              </a:solidFill>
              <a:effectLst/>
              <a:uLnTx/>
              <a:uFillTx/>
              <a:latin typeface="Times New Roman" panose="02020603050405020304" pitchFamily="18" charset="0"/>
              <a:ea typeface="Lexend"/>
              <a:cs typeface="Times New Roman" panose="02020603050405020304" pitchFamily="18" charset="0"/>
              <a:sym typeface="Lexend"/>
            </a:endParaRPr>
          </a:p>
        </p:txBody>
      </p:sp>
      <p:sp>
        <p:nvSpPr>
          <p:cNvPr id="1700" name="Google Shape;1700;p62"/>
          <p:cNvSpPr txBox="1"/>
          <p:nvPr/>
        </p:nvSpPr>
        <p:spPr>
          <a:xfrm>
            <a:off x="2689365" y="1872450"/>
            <a:ext cx="1813800" cy="527700"/>
          </a:xfrm>
          <a:prstGeom prst="rect">
            <a:avLst/>
          </a:prstGeom>
          <a:noFill/>
          <a:ln>
            <a:noFill/>
          </a:ln>
        </p:spPr>
        <p:txBody>
          <a:bodyPr spcFirstLastPara="1" wrap="square" lIns="91425" tIns="91425" rIns="91425" bIns="91425"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2000" b="1" dirty="0">
                <a:solidFill>
                  <a:srgbClr val="071B4B"/>
                </a:solidFill>
                <a:latin typeface="Times New Roman" panose="02020603050405020304" pitchFamily="18" charset="0"/>
                <a:ea typeface="Lexend"/>
                <a:cs typeface="Times New Roman" panose="02020603050405020304" pitchFamily="18" charset="0"/>
                <a:sym typeface="Lexend"/>
              </a:rPr>
              <a:t>Google</a:t>
            </a:r>
            <a:endParaRPr kumimoji="0" sz="2000" b="1" i="0" u="none" strike="noStrike" kern="0" cap="none" spc="0" normalizeH="0" baseline="0" noProof="0" dirty="0">
              <a:ln>
                <a:noFill/>
              </a:ln>
              <a:solidFill>
                <a:srgbClr val="071B4B"/>
              </a:solidFill>
              <a:effectLst/>
              <a:uLnTx/>
              <a:uFillTx/>
              <a:latin typeface="Times New Roman" panose="02020603050405020304" pitchFamily="18" charset="0"/>
              <a:ea typeface="Lexend"/>
              <a:cs typeface="Times New Roman" panose="02020603050405020304" pitchFamily="18" charset="0"/>
              <a:sym typeface="Lexend"/>
            </a:endParaRPr>
          </a:p>
        </p:txBody>
      </p:sp>
      <p:sp>
        <p:nvSpPr>
          <p:cNvPr id="1703" name="Google Shape;1703;p62"/>
          <p:cNvSpPr txBox="1"/>
          <p:nvPr/>
        </p:nvSpPr>
        <p:spPr>
          <a:xfrm>
            <a:off x="6387489" y="3449113"/>
            <a:ext cx="1813800" cy="527700"/>
          </a:xfrm>
          <a:prstGeom prst="rect">
            <a:avLst/>
          </a:prstGeom>
          <a:noFill/>
          <a:ln>
            <a:noFill/>
          </a:ln>
        </p:spPr>
        <p:txBody>
          <a:bodyPr spcFirstLastPara="1" wrap="square" lIns="91425" tIns="91425" rIns="91425" bIns="91425"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dirty="0">
              <a:ln>
                <a:noFill/>
              </a:ln>
              <a:solidFill>
                <a:srgbClr val="071B4B"/>
              </a:solidFill>
              <a:effectLst/>
              <a:uLnTx/>
              <a:uFillTx/>
              <a:latin typeface="Lexend"/>
              <a:ea typeface="Lexend"/>
              <a:cs typeface="Lexend"/>
              <a:sym typeface="Lexend"/>
            </a:endParaRPr>
          </a:p>
        </p:txBody>
      </p:sp>
      <p:sp>
        <p:nvSpPr>
          <p:cNvPr id="1706" name="Google Shape;1706;p62"/>
          <p:cNvSpPr txBox="1">
            <a:spLocks noGrp="1"/>
          </p:cNvSpPr>
          <p:nvPr>
            <p:ph type="title"/>
          </p:nvPr>
        </p:nvSpPr>
        <p:spPr>
          <a:xfrm>
            <a:off x="720000" y="15813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CA"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1707" name="Google Shape;1707;p62"/>
          <p:cNvSpPr/>
          <p:nvPr/>
        </p:nvSpPr>
        <p:spPr>
          <a:xfrm>
            <a:off x="1143699" y="2583000"/>
            <a:ext cx="1283700" cy="2376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exend"/>
              <a:ea typeface="Lexend"/>
              <a:cs typeface="Lexend"/>
              <a:sym typeface="Lexend"/>
            </a:endParaRPr>
          </a:p>
        </p:txBody>
      </p:sp>
      <p:sp>
        <p:nvSpPr>
          <p:cNvPr id="1708" name="Google Shape;1708;p62"/>
          <p:cNvSpPr/>
          <p:nvPr/>
        </p:nvSpPr>
        <p:spPr>
          <a:xfrm>
            <a:off x="1143699" y="1872450"/>
            <a:ext cx="1283700" cy="237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exend"/>
              <a:ea typeface="Lexend"/>
              <a:cs typeface="Lexend"/>
              <a:sym typeface="Lexend"/>
            </a:endParaRPr>
          </a:p>
        </p:txBody>
      </p:sp>
      <p:sp>
        <p:nvSpPr>
          <p:cNvPr id="1709" name="Google Shape;1709;p62"/>
          <p:cNvSpPr/>
          <p:nvPr/>
        </p:nvSpPr>
        <p:spPr>
          <a:xfrm>
            <a:off x="1122750" y="1207487"/>
            <a:ext cx="1283700" cy="2376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exend"/>
              <a:ea typeface="Lexend"/>
              <a:cs typeface="Lexend"/>
              <a:sym typeface="Lexend"/>
            </a:endParaRPr>
          </a:p>
        </p:txBody>
      </p:sp>
      <p:sp>
        <p:nvSpPr>
          <p:cNvPr id="1710" name="Google Shape;1710;p62"/>
          <p:cNvSpPr/>
          <p:nvPr/>
        </p:nvSpPr>
        <p:spPr>
          <a:xfrm>
            <a:off x="1207749" y="3330313"/>
            <a:ext cx="1283700" cy="2376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exend"/>
              <a:ea typeface="Lexend"/>
              <a:cs typeface="Lexend"/>
              <a:sym typeface="Lexend"/>
            </a:endParaRPr>
          </a:p>
        </p:txBody>
      </p:sp>
      <p:cxnSp>
        <p:nvCxnSpPr>
          <p:cNvPr id="1715" name="Google Shape;1715;p62"/>
          <p:cNvCxnSpPr>
            <a:stCxn id="1709" idx="3"/>
            <a:endCxn id="1708" idx="1"/>
          </p:cNvCxnSpPr>
          <p:nvPr/>
        </p:nvCxnSpPr>
        <p:spPr>
          <a:xfrm flipH="1">
            <a:off x="1143699" y="1326287"/>
            <a:ext cx="1262751" cy="664963"/>
          </a:xfrm>
          <a:prstGeom prst="bentConnector5">
            <a:avLst>
              <a:gd name="adj1" fmla="val -18103"/>
              <a:gd name="adj2" fmla="val 50000"/>
              <a:gd name="adj3" fmla="val 118103"/>
            </a:avLst>
          </a:prstGeom>
          <a:noFill/>
          <a:ln w="19050" cap="flat" cmpd="sng">
            <a:solidFill>
              <a:schemeClr val="dk2"/>
            </a:solidFill>
            <a:prstDash val="solid"/>
            <a:round/>
            <a:headEnd type="none" w="med" len="med"/>
            <a:tailEnd type="none" w="med" len="med"/>
          </a:ln>
        </p:spPr>
      </p:cxnSp>
      <p:cxnSp>
        <p:nvCxnSpPr>
          <p:cNvPr id="1716" name="Google Shape;1716;p62"/>
          <p:cNvCxnSpPr>
            <a:stCxn id="1708" idx="3"/>
            <a:endCxn id="1707" idx="1"/>
          </p:cNvCxnSpPr>
          <p:nvPr/>
        </p:nvCxnSpPr>
        <p:spPr>
          <a:xfrm flipH="1">
            <a:off x="1143699" y="1991250"/>
            <a:ext cx="1283700" cy="710550"/>
          </a:xfrm>
          <a:prstGeom prst="bentConnector5">
            <a:avLst>
              <a:gd name="adj1" fmla="val -17808"/>
              <a:gd name="adj2" fmla="val 50000"/>
              <a:gd name="adj3" fmla="val 117808"/>
            </a:avLst>
          </a:prstGeom>
          <a:noFill/>
          <a:ln w="19050" cap="flat" cmpd="sng">
            <a:solidFill>
              <a:schemeClr val="dk2"/>
            </a:solidFill>
            <a:prstDash val="solid"/>
            <a:round/>
            <a:headEnd type="none" w="med" len="med"/>
            <a:tailEnd type="none" w="med" len="med"/>
          </a:ln>
        </p:spPr>
      </p:cxnSp>
      <p:cxnSp>
        <p:nvCxnSpPr>
          <p:cNvPr id="1717" name="Google Shape;1717;p62"/>
          <p:cNvCxnSpPr>
            <a:stCxn id="1707" idx="3"/>
            <a:endCxn id="1710" idx="1"/>
          </p:cNvCxnSpPr>
          <p:nvPr/>
        </p:nvCxnSpPr>
        <p:spPr>
          <a:xfrm flipH="1">
            <a:off x="1207749" y="2701800"/>
            <a:ext cx="1219650" cy="747313"/>
          </a:xfrm>
          <a:prstGeom prst="bentConnector5">
            <a:avLst>
              <a:gd name="adj1" fmla="val -18743"/>
              <a:gd name="adj2" fmla="val 50000"/>
              <a:gd name="adj3" fmla="val 118743"/>
            </a:avLst>
          </a:prstGeom>
          <a:noFill/>
          <a:ln w="19050" cap="flat" cmpd="sng">
            <a:solidFill>
              <a:schemeClr val="dk2"/>
            </a:solidFill>
            <a:prstDash val="solid"/>
            <a:round/>
            <a:headEnd type="none" w="med" len="med"/>
            <a:tailEnd type="none" w="med" len="med"/>
          </a:ln>
        </p:spPr>
      </p:cxnSp>
      <p:sp>
        <p:nvSpPr>
          <p:cNvPr id="17" name="Google Shape;1705;p62">
            <a:extLst>
              <a:ext uri="{FF2B5EF4-FFF2-40B4-BE49-F238E27FC236}">
                <a16:creationId xmlns:a16="http://schemas.microsoft.com/office/drawing/2014/main" id="{4C4E89CF-1027-6988-E7C1-24D1CEFA6D35}"/>
              </a:ext>
            </a:extLst>
          </p:cNvPr>
          <p:cNvSpPr txBox="1"/>
          <p:nvPr/>
        </p:nvSpPr>
        <p:spPr>
          <a:xfrm>
            <a:off x="2689365" y="1151606"/>
            <a:ext cx="1813800" cy="527700"/>
          </a:xfrm>
          <a:prstGeom prst="rect">
            <a:avLst/>
          </a:prstGeom>
          <a:noFill/>
          <a:ln>
            <a:noFill/>
          </a:ln>
        </p:spPr>
        <p:txBody>
          <a:bodyPr spcFirstLastPara="1" wrap="square" lIns="91425" tIns="91425" rIns="91425" bIns="91425"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2000" b="1" i="0" u="none" strike="noStrike" kern="0" cap="none" spc="0" normalizeH="0" baseline="0" noProof="0" dirty="0">
                <a:ln>
                  <a:noFill/>
                </a:ln>
                <a:solidFill>
                  <a:srgbClr val="071B4B"/>
                </a:solidFill>
                <a:effectLst/>
                <a:uLnTx/>
                <a:uFillTx/>
                <a:latin typeface="Times New Roman" panose="02020603050405020304" pitchFamily="18" charset="0"/>
                <a:ea typeface="Lexend"/>
                <a:cs typeface="Times New Roman" panose="02020603050405020304" pitchFamily="18" charset="0"/>
                <a:sym typeface="Lexend"/>
              </a:rPr>
              <a:t>Kaggle</a:t>
            </a:r>
            <a:endParaRPr kumimoji="0" sz="2000" b="1" i="0" u="none" strike="noStrike" kern="0" cap="none" spc="0" normalizeH="0" baseline="0" noProof="0" dirty="0">
              <a:ln>
                <a:noFill/>
              </a:ln>
              <a:solidFill>
                <a:srgbClr val="071B4B"/>
              </a:solidFill>
              <a:effectLst/>
              <a:uLnTx/>
              <a:uFillTx/>
              <a:latin typeface="Times New Roman" panose="02020603050405020304" pitchFamily="18" charset="0"/>
              <a:ea typeface="Lexend"/>
              <a:cs typeface="Times New Roman" panose="02020603050405020304" pitchFamily="18" charset="0"/>
              <a:sym typeface="Lexend"/>
            </a:endParaRPr>
          </a:p>
        </p:txBody>
      </p:sp>
      <p:sp>
        <p:nvSpPr>
          <p:cNvPr id="18" name="Google Shape;1275;p38">
            <a:extLst>
              <a:ext uri="{FF2B5EF4-FFF2-40B4-BE49-F238E27FC236}">
                <a16:creationId xmlns:a16="http://schemas.microsoft.com/office/drawing/2014/main" id="{9B457C60-2D3E-0967-7269-2B5F32EB455D}"/>
              </a:ext>
            </a:extLst>
          </p:cNvPr>
          <p:cNvSpPr/>
          <p:nvPr/>
        </p:nvSpPr>
        <p:spPr>
          <a:xfrm>
            <a:off x="3416100" y="770074"/>
            <a:ext cx="2311800" cy="10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Tree>
    <p:extLst>
      <p:ext uri="{BB962C8B-B14F-4D97-AF65-F5344CB8AC3E}">
        <p14:creationId xmlns:p14="http://schemas.microsoft.com/office/powerpoint/2010/main" val="2354191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p69"/>
          <p:cNvSpPr txBox="1">
            <a:spLocks noGrp="1"/>
          </p:cNvSpPr>
          <p:nvPr>
            <p:ph type="title"/>
          </p:nvPr>
        </p:nvSpPr>
        <p:spPr>
          <a:xfrm>
            <a:off x="2347950" y="805625"/>
            <a:ext cx="4448100" cy="105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latin typeface="Times New Roman" panose="02020603050405020304" pitchFamily="18" charset="0"/>
                <a:cs typeface="Times New Roman" panose="02020603050405020304" pitchFamily="18" charset="0"/>
              </a:rPr>
              <a:t>Thanks!</a:t>
            </a:r>
            <a:endParaRPr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38CC3B4-9181-4FCE-B93A-B734F87EF072}"/>
              </a:ext>
            </a:extLst>
          </p:cNvPr>
          <p:cNvSpPr/>
          <p:nvPr/>
        </p:nvSpPr>
        <p:spPr>
          <a:xfrm>
            <a:off x="2011680" y="2171760"/>
            <a:ext cx="5128260" cy="12801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400" b="1" i="0" u="sng" strike="noStrike" dirty="0">
                <a:solidFill>
                  <a:srgbClr val="38E8A4"/>
                </a:solidFill>
                <a:effectLst/>
                <a:latin typeface="Times New Roman" panose="02020603050405020304" pitchFamily="18" charset="0"/>
                <a:ea typeface="Lexend" panose="020B0604020202020204" charset="0"/>
                <a:cs typeface="Times New Roman" panose="02020603050405020304" pitchFamily="18" charset="0"/>
              </a:rPr>
              <a:t>Do you have any questions ?</a:t>
            </a:r>
            <a:br>
              <a:rPr lang="en-CA" sz="2400" b="0" i="0" u="none" strike="noStrike" dirty="0">
                <a:effectLst/>
                <a:latin typeface="Times New Roman" panose="02020603050405020304" pitchFamily="18" charset="0"/>
                <a:cs typeface="Times New Roman" panose="02020603050405020304" pitchFamily="18" charset="0"/>
              </a:rPr>
            </a:br>
            <a:endParaRPr lang="en-CA" sz="2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Marketing Annual Report by Slidesgo">
  <a:themeElements>
    <a:clrScheme name="Simple Light">
      <a:dk1>
        <a:srgbClr val="071B4B"/>
      </a:dk1>
      <a:lt1>
        <a:srgbClr val="F3F3F3"/>
      </a:lt1>
      <a:dk2>
        <a:srgbClr val="38E8A4"/>
      </a:dk2>
      <a:lt2>
        <a:srgbClr val="3868CE"/>
      </a:lt2>
      <a:accent1>
        <a:srgbClr val="E9E9E9"/>
      </a:accent1>
      <a:accent2>
        <a:srgbClr val="FFFFFF"/>
      </a:accent2>
      <a:accent3>
        <a:srgbClr val="FFFFFF"/>
      </a:accent3>
      <a:accent4>
        <a:srgbClr val="FFFFFF"/>
      </a:accent4>
      <a:accent5>
        <a:srgbClr val="FFFFFF"/>
      </a:accent5>
      <a:accent6>
        <a:srgbClr val="FFFFFF"/>
      </a:accent6>
      <a:hlink>
        <a:srgbClr val="071B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646</Words>
  <Application>Microsoft Office PowerPoint</Application>
  <PresentationFormat>On-screen Show (16:9)</PresentationFormat>
  <Paragraphs>65</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Lexend Medium</vt:lpstr>
      <vt:lpstr>Arial</vt:lpstr>
      <vt:lpstr>Lexend</vt:lpstr>
      <vt:lpstr>Bebas Neue</vt:lpstr>
      <vt:lpstr>Times New Roman</vt:lpstr>
      <vt:lpstr>Nunito Light</vt:lpstr>
      <vt:lpstr>Lexend SemiBold</vt:lpstr>
      <vt:lpstr>Courier New</vt:lpstr>
      <vt:lpstr>Marketing Annual Report by Slidesgo</vt:lpstr>
      <vt:lpstr>Twitter Sentimental  Analysis </vt:lpstr>
      <vt:lpstr>Our team</vt:lpstr>
      <vt:lpstr>Contents </vt:lpstr>
      <vt:lpstr>Introduction</vt:lpstr>
      <vt:lpstr>Objective of the project</vt:lpstr>
      <vt:lpstr>Quick Scan of the Dataset</vt:lpstr>
      <vt:lpstr>Quick Scan of the Dataset</vt:lpstr>
      <vt:lpstr>Data Pre-processing</vt:lpstr>
      <vt:lpstr>EDA (Exploratory Analysis)</vt:lpstr>
      <vt:lpstr>EDA Cont.</vt:lpstr>
      <vt:lpstr>EDA Cont.</vt:lpstr>
      <vt:lpstr>PowerPoint Presentation</vt:lpstr>
      <vt:lpstr>EDA Cont.</vt:lpstr>
      <vt:lpstr>EDA Cont.</vt:lpstr>
      <vt:lpstr>EDA Cont.</vt:lpstr>
      <vt:lpstr>EDA Cont.</vt:lpstr>
      <vt:lpstr>EDA Cont.</vt:lpstr>
      <vt:lpstr>PowerPoint Presentation</vt:lpstr>
      <vt:lpstr>PowerPoint Presentation</vt:lpstr>
      <vt:lpstr>PowerPoint Presentation</vt:lpstr>
      <vt:lpstr>Utilisation of the Project</vt:lpstr>
      <vt:lpstr>Challenges and Considerations</vt:lpstr>
      <vt:lpstr>Conclusion</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Twitter Sentimental  Analysis</dc:title>
  <dc:creator>Karuna</dc:creator>
  <cp:lastModifiedBy>Rachit Bhatt</cp:lastModifiedBy>
  <cp:revision>56</cp:revision>
  <dcterms:modified xsi:type="dcterms:W3CDTF">2023-12-05T04:08:43Z</dcterms:modified>
</cp:coreProperties>
</file>