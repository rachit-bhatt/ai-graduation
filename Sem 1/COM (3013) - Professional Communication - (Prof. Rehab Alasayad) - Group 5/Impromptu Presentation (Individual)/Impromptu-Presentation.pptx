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63" r:id="rId6"/>
    <p:sldId id="260" r:id="rId7"/>
    <p:sldId id="261" r:id="rId8"/>
    <p:sldId id="262" r:id="rId9"/>
    <p:sldId id="267" r:id="rId10"/>
    <p:sldId id="269" r:id="rId11"/>
    <p:sldId id="268" r:id="rId12"/>
    <p:sldId id="270" r:id="rId13"/>
    <p:sldId id="271" r:id="rId14"/>
    <p:sldId id="265"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1" autoAdjust="0"/>
    <p:restoredTop sz="94619" autoAdjust="0"/>
  </p:normalViewPr>
  <p:slideViewPr>
    <p:cSldViewPr snapToGrid="0">
      <p:cViewPr varScale="1">
        <p:scale>
          <a:sx n="86" d="100"/>
          <a:sy n="86" d="100"/>
        </p:scale>
        <p:origin x="92"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B956CB-BF4E-4B06-8223-D8EF083EF6A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4F672F7-2A0B-4FA2-85EB-1B9FCC3A3BEA}">
      <dgm:prSet/>
      <dgm:spPr/>
      <dgm:t>
        <a:bodyPr/>
        <a:lstStyle/>
        <a:p>
          <a:pPr>
            <a:defRPr cap="all"/>
          </a:pPr>
          <a:r>
            <a:rPr lang="en-US"/>
            <a:t>Introduction</a:t>
          </a:r>
        </a:p>
      </dgm:t>
    </dgm:pt>
    <dgm:pt modelId="{B328BF84-1A8F-470D-BD07-735B99B55756}" type="parTrans" cxnId="{93B227D7-3F64-4464-B09A-05ED2E1FB0B4}">
      <dgm:prSet/>
      <dgm:spPr/>
      <dgm:t>
        <a:bodyPr/>
        <a:lstStyle/>
        <a:p>
          <a:endParaRPr lang="en-US"/>
        </a:p>
      </dgm:t>
    </dgm:pt>
    <dgm:pt modelId="{C741E63E-13D9-4B58-9759-345E697E1AEC}" type="sibTrans" cxnId="{93B227D7-3F64-4464-B09A-05ED2E1FB0B4}">
      <dgm:prSet/>
      <dgm:spPr/>
      <dgm:t>
        <a:bodyPr/>
        <a:lstStyle/>
        <a:p>
          <a:endParaRPr lang="en-US"/>
        </a:p>
      </dgm:t>
    </dgm:pt>
    <dgm:pt modelId="{942E07DB-3941-44F9-9296-4F90030B8714}">
      <dgm:prSet/>
      <dgm:spPr/>
      <dgm:t>
        <a:bodyPr/>
        <a:lstStyle/>
        <a:p>
          <a:pPr>
            <a:defRPr cap="all"/>
          </a:pPr>
          <a:r>
            <a:rPr lang="en-US" dirty="0"/>
            <a:t>Exploring The Topic</a:t>
          </a:r>
        </a:p>
      </dgm:t>
    </dgm:pt>
    <dgm:pt modelId="{3078A6DC-B079-4B6F-BB23-09E9AB953212}" type="parTrans" cxnId="{6CDD0B04-15E9-469C-AA7C-FE38362831A5}">
      <dgm:prSet/>
      <dgm:spPr/>
      <dgm:t>
        <a:bodyPr/>
        <a:lstStyle/>
        <a:p>
          <a:endParaRPr lang="en-US"/>
        </a:p>
      </dgm:t>
    </dgm:pt>
    <dgm:pt modelId="{EB0146A5-7BA9-4266-93B4-CC9497894B79}" type="sibTrans" cxnId="{6CDD0B04-15E9-469C-AA7C-FE38362831A5}">
      <dgm:prSet/>
      <dgm:spPr/>
      <dgm:t>
        <a:bodyPr/>
        <a:lstStyle/>
        <a:p>
          <a:endParaRPr lang="en-US"/>
        </a:p>
      </dgm:t>
    </dgm:pt>
    <dgm:pt modelId="{E74F6AD4-55AA-4AE4-BCD6-19F950932995}">
      <dgm:prSet/>
      <dgm:spPr/>
      <dgm:t>
        <a:bodyPr/>
        <a:lstStyle/>
        <a:p>
          <a:pPr>
            <a:defRPr cap="all"/>
          </a:pPr>
          <a:r>
            <a:rPr lang="en-CA"/>
            <a:t>Conclusion</a:t>
          </a:r>
          <a:endParaRPr lang="en-US"/>
        </a:p>
      </dgm:t>
    </dgm:pt>
    <dgm:pt modelId="{2EE4B358-91D2-417E-B520-B677D11334FD}" type="parTrans" cxnId="{1E34D4F0-18BB-4586-82D0-79D0E4BCBBC8}">
      <dgm:prSet/>
      <dgm:spPr/>
      <dgm:t>
        <a:bodyPr/>
        <a:lstStyle/>
        <a:p>
          <a:endParaRPr lang="en-US"/>
        </a:p>
      </dgm:t>
    </dgm:pt>
    <dgm:pt modelId="{F97CB00E-96B9-4CAD-B75D-F4E50A8140F5}" type="sibTrans" cxnId="{1E34D4F0-18BB-4586-82D0-79D0E4BCBBC8}">
      <dgm:prSet/>
      <dgm:spPr/>
      <dgm:t>
        <a:bodyPr/>
        <a:lstStyle/>
        <a:p>
          <a:endParaRPr lang="en-US"/>
        </a:p>
      </dgm:t>
    </dgm:pt>
    <dgm:pt modelId="{04076167-6D98-4A6C-9DEB-93E69D185F11}">
      <dgm:prSet/>
      <dgm:spPr/>
      <dgm:t>
        <a:bodyPr/>
        <a:lstStyle/>
        <a:p>
          <a:pPr>
            <a:defRPr cap="all"/>
          </a:pPr>
          <a:r>
            <a:rPr lang="en-CA"/>
            <a:t>Question &amp; Answers</a:t>
          </a:r>
          <a:endParaRPr lang="en-US"/>
        </a:p>
      </dgm:t>
    </dgm:pt>
    <dgm:pt modelId="{AE4B8A2F-1B86-41B2-A366-28512D170586}" type="parTrans" cxnId="{C29C5731-67C6-48C2-A4B1-A697B94D7A71}">
      <dgm:prSet/>
      <dgm:spPr/>
      <dgm:t>
        <a:bodyPr/>
        <a:lstStyle/>
        <a:p>
          <a:endParaRPr lang="en-US"/>
        </a:p>
      </dgm:t>
    </dgm:pt>
    <dgm:pt modelId="{C6CE5DD7-F700-4731-90C1-9A3A3A51B10C}" type="sibTrans" cxnId="{C29C5731-67C6-48C2-A4B1-A697B94D7A71}">
      <dgm:prSet/>
      <dgm:spPr/>
      <dgm:t>
        <a:bodyPr/>
        <a:lstStyle/>
        <a:p>
          <a:endParaRPr lang="en-US"/>
        </a:p>
      </dgm:t>
    </dgm:pt>
    <dgm:pt modelId="{360B6848-8AA0-4EDA-A0AE-561CCEF874EB}">
      <dgm:prSet/>
      <dgm:spPr/>
      <dgm:t>
        <a:bodyPr/>
        <a:lstStyle/>
        <a:p>
          <a:pPr>
            <a:defRPr cap="all"/>
          </a:pPr>
          <a:r>
            <a:rPr lang="en-CA"/>
            <a:t>Thank You</a:t>
          </a:r>
          <a:endParaRPr lang="en-US"/>
        </a:p>
      </dgm:t>
    </dgm:pt>
    <dgm:pt modelId="{9ABFB82A-3F75-4D82-884B-FDFB41272745}" type="parTrans" cxnId="{119EDFEF-3D9C-44C4-9C43-A7EA274D7DEB}">
      <dgm:prSet/>
      <dgm:spPr/>
      <dgm:t>
        <a:bodyPr/>
        <a:lstStyle/>
        <a:p>
          <a:endParaRPr lang="en-US"/>
        </a:p>
      </dgm:t>
    </dgm:pt>
    <dgm:pt modelId="{228ADA77-02BE-4AE0-9F80-DC8826BB416C}" type="sibTrans" cxnId="{119EDFEF-3D9C-44C4-9C43-A7EA274D7DEB}">
      <dgm:prSet/>
      <dgm:spPr/>
      <dgm:t>
        <a:bodyPr/>
        <a:lstStyle/>
        <a:p>
          <a:endParaRPr lang="en-US"/>
        </a:p>
      </dgm:t>
    </dgm:pt>
    <dgm:pt modelId="{8CCF40BA-E64D-4446-BC92-0E8307EB1986}" type="pres">
      <dgm:prSet presAssocID="{A9B956CB-BF4E-4B06-8223-D8EF083EF6AB}" presName="root" presStyleCnt="0">
        <dgm:presLayoutVars>
          <dgm:dir/>
          <dgm:resizeHandles val="exact"/>
        </dgm:presLayoutVars>
      </dgm:prSet>
      <dgm:spPr/>
    </dgm:pt>
    <dgm:pt modelId="{D00084A4-0FB0-4FEE-99A5-F054CB7146FD}" type="pres">
      <dgm:prSet presAssocID="{E4F672F7-2A0B-4FA2-85EB-1B9FCC3A3BEA}" presName="compNode" presStyleCnt="0"/>
      <dgm:spPr/>
    </dgm:pt>
    <dgm:pt modelId="{AA8709CB-F136-4B36-A50E-7DD6507FF100}" type="pres">
      <dgm:prSet presAssocID="{E4F672F7-2A0B-4FA2-85EB-1B9FCC3A3BEA}" presName="iconBgRect" presStyleLbl="bgShp" presStyleIdx="0" presStyleCnt="5"/>
      <dgm:spPr>
        <a:prstGeom prst="round2DiagRect">
          <a:avLst>
            <a:gd name="adj1" fmla="val 29727"/>
            <a:gd name="adj2" fmla="val 0"/>
          </a:avLst>
        </a:prstGeom>
      </dgm:spPr>
    </dgm:pt>
    <dgm:pt modelId="{1F20212E-7D4B-48BC-A5FB-EA8568912E14}" type="pres">
      <dgm:prSet presAssocID="{E4F672F7-2A0B-4FA2-85EB-1B9FCC3A3BE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ke"/>
        </a:ext>
      </dgm:extLst>
    </dgm:pt>
    <dgm:pt modelId="{FE5A6393-3FAD-43EB-B85C-263BF0E6794D}" type="pres">
      <dgm:prSet presAssocID="{E4F672F7-2A0B-4FA2-85EB-1B9FCC3A3BEA}" presName="spaceRect" presStyleCnt="0"/>
      <dgm:spPr/>
    </dgm:pt>
    <dgm:pt modelId="{F55C545F-EF63-41D2-BA08-916D7B8C7F95}" type="pres">
      <dgm:prSet presAssocID="{E4F672F7-2A0B-4FA2-85EB-1B9FCC3A3BEA}" presName="textRect" presStyleLbl="revTx" presStyleIdx="0" presStyleCnt="5">
        <dgm:presLayoutVars>
          <dgm:chMax val="1"/>
          <dgm:chPref val="1"/>
        </dgm:presLayoutVars>
      </dgm:prSet>
      <dgm:spPr/>
    </dgm:pt>
    <dgm:pt modelId="{F7196B1B-C9F6-448B-85C8-AFFBFE7E0583}" type="pres">
      <dgm:prSet presAssocID="{C741E63E-13D9-4B58-9759-345E697E1AEC}" presName="sibTrans" presStyleCnt="0"/>
      <dgm:spPr/>
    </dgm:pt>
    <dgm:pt modelId="{E95C1E95-BF58-4160-9608-EECEFA171359}" type="pres">
      <dgm:prSet presAssocID="{942E07DB-3941-44F9-9296-4F90030B8714}" presName="compNode" presStyleCnt="0"/>
      <dgm:spPr/>
    </dgm:pt>
    <dgm:pt modelId="{D387C1D2-8759-4D7F-8D98-7EF482970FF8}" type="pres">
      <dgm:prSet presAssocID="{942E07DB-3941-44F9-9296-4F90030B8714}" presName="iconBgRect" presStyleLbl="bgShp" presStyleIdx="1" presStyleCnt="5"/>
      <dgm:spPr>
        <a:prstGeom prst="round2DiagRect">
          <a:avLst>
            <a:gd name="adj1" fmla="val 29727"/>
            <a:gd name="adj2" fmla="val 0"/>
          </a:avLst>
        </a:prstGeom>
      </dgm:spPr>
    </dgm:pt>
    <dgm:pt modelId="{A9982348-47CD-4D23-80FA-1BD8A2083546}" type="pres">
      <dgm:prSet presAssocID="{942E07DB-3941-44F9-9296-4F90030B871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ment"/>
        </a:ext>
      </dgm:extLst>
    </dgm:pt>
    <dgm:pt modelId="{CC8B6A0E-79FB-486B-AB61-47DB6EB99F81}" type="pres">
      <dgm:prSet presAssocID="{942E07DB-3941-44F9-9296-4F90030B8714}" presName="spaceRect" presStyleCnt="0"/>
      <dgm:spPr/>
    </dgm:pt>
    <dgm:pt modelId="{69C12A49-658F-4C7F-BE11-F0AB2C829B6A}" type="pres">
      <dgm:prSet presAssocID="{942E07DB-3941-44F9-9296-4F90030B8714}" presName="textRect" presStyleLbl="revTx" presStyleIdx="1" presStyleCnt="5">
        <dgm:presLayoutVars>
          <dgm:chMax val="1"/>
          <dgm:chPref val="1"/>
        </dgm:presLayoutVars>
      </dgm:prSet>
      <dgm:spPr/>
    </dgm:pt>
    <dgm:pt modelId="{07446527-5161-42FF-8EDA-DB06C2898CF9}" type="pres">
      <dgm:prSet presAssocID="{EB0146A5-7BA9-4266-93B4-CC9497894B79}" presName="sibTrans" presStyleCnt="0"/>
      <dgm:spPr/>
    </dgm:pt>
    <dgm:pt modelId="{0A790D8C-2679-4114-9F97-0DE31FF22325}" type="pres">
      <dgm:prSet presAssocID="{E74F6AD4-55AA-4AE4-BCD6-19F950932995}" presName="compNode" presStyleCnt="0"/>
      <dgm:spPr/>
    </dgm:pt>
    <dgm:pt modelId="{1865D9CF-4889-44C6-AF89-75F955059C72}" type="pres">
      <dgm:prSet presAssocID="{E74F6AD4-55AA-4AE4-BCD6-19F950932995}" presName="iconBgRect" presStyleLbl="bgShp" presStyleIdx="2" presStyleCnt="5"/>
      <dgm:spPr>
        <a:prstGeom prst="round2DiagRect">
          <a:avLst>
            <a:gd name="adj1" fmla="val 29727"/>
            <a:gd name="adj2" fmla="val 0"/>
          </a:avLst>
        </a:prstGeom>
      </dgm:spPr>
    </dgm:pt>
    <dgm:pt modelId="{DA817D9C-614E-4745-BDC0-B93BECDDC271}" type="pres">
      <dgm:prSet presAssocID="{E74F6AD4-55AA-4AE4-BCD6-19F95093299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
        </a:ext>
      </dgm:extLst>
    </dgm:pt>
    <dgm:pt modelId="{24513D0A-F323-47E2-B1C1-639A79C1E305}" type="pres">
      <dgm:prSet presAssocID="{E74F6AD4-55AA-4AE4-BCD6-19F950932995}" presName="spaceRect" presStyleCnt="0"/>
      <dgm:spPr/>
    </dgm:pt>
    <dgm:pt modelId="{15DF569B-26CC-4B10-B542-630FBF9FAA03}" type="pres">
      <dgm:prSet presAssocID="{E74F6AD4-55AA-4AE4-BCD6-19F950932995}" presName="textRect" presStyleLbl="revTx" presStyleIdx="2" presStyleCnt="5">
        <dgm:presLayoutVars>
          <dgm:chMax val="1"/>
          <dgm:chPref val="1"/>
        </dgm:presLayoutVars>
      </dgm:prSet>
      <dgm:spPr/>
    </dgm:pt>
    <dgm:pt modelId="{F2696F0F-74ED-4198-9BFC-FC7E9AB1CE8E}" type="pres">
      <dgm:prSet presAssocID="{F97CB00E-96B9-4CAD-B75D-F4E50A8140F5}" presName="sibTrans" presStyleCnt="0"/>
      <dgm:spPr/>
    </dgm:pt>
    <dgm:pt modelId="{0982236F-06AF-40CD-868E-2335F96E080D}" type="pres">
      <dgm:prSet presAssocID="{04076167-6D98-4A6C-9DEB-93E69D185F11}" presName="compNode" presStyleCnt="0"/>
      <dgm:spPr/>
    </dgm:pt>
    <dgm:pt modelId="{79CC1A2F-58F4-4D76-82D5-B020DFD920B4}" type="pres">
      <dgm:prSet presAssocID="{04076167-6D98-4A6C-9DEB-93E69D185F11}" presName="iconBgRect" presStyleLbl="bgShp" presStyleIdx="3" presStyleCnt="5"/>
      <dgm:spPr>
        <a:prstGeom prst="round2DiagRect">
          <a:avLst>
            <a:gd name="adj1" fmla="val 29727"/>
            <a:gd name="adj2" fmla="val 0"/>
          </a:avLst>
        </a:prstGeom>
      </dgm:spPr>
    </dgm:pt>
    <dgm:pt modelId="{81BC133B-3F20-4793-A197-AB55EF63BE99}" type="pres">
      <dgm:prSet presAssocID="{04076167-6D98-4A6C-9DEB-93E69D185F1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naire"/>
        </a:ext>
      </dgm:extLst>
    </dgm:pt>
    <dgm:pt modelId="{231BC0C0-0185-452D-A6F2-6C46FBBC81E9}" type="pres">
      <dgm:prSet presAssocID="{04076167-6D98-4A6C-9DEB-93E69D185F11}" presName="spaceRect" presStyleCnt="0"/>
      <dgm:spPr/>
    </dgm:pt>
    <dgm:pt modelId="{834C92E2-E766-439C-9074-C5443AE24C91}" type="pres">
      <dgm:prSet presAssocID="{04076167-6D98-4A6C-9DEB-93E69D185F11}" presName="textRect" presStyleLbl="revTx" presStyleIdx="3" presStyleCnt="5">
        <dgm:presLayoutVars>
          <dgm:chMax val="1"/>
          <dgm:chPref val="1"/>
        </dgm:presLayoutVars>
      </dgm:prSet>
      <dgm:spPr/>
    </dgm:pt>
    <dgm:pt modelId="{AD1F05FD-B2AE-4650-96AF-36E63EAC88CB}" type="pres">
      <dgm:prSet presAssocID="{C6CE5DD7-F700-4731-90C1-9A3A3A51B10C}" presName="sibTrans" presStyleCnt="0"/>
      <dgm:spPr/>
    </dgm:pt>
    <dgm:pt modelId="{4B377771-7750-4CC4-A993-1A3BF1233682}" type="pres">
      <dgm:prSet presAssocID="{360B6848-8AA0-4EDA-A0AE-561CCEF874EB}" presName="compNode" presStyleCnt="0"/>
      <dgm:spPr/>
    </dgm:pt>
    <dgm:pt modelId="{24DE2247-7546-4394-BA92-F14DF1CBD3EC}" type="pres">
      <dgm:prSet presAssocID="{360B6848-8AA0-4EDA-A0AE-561CCEF874EB}" presName="iconBgRect" presStyleLbl="bgShp" presStyleIdx="4" presStyleCnt="5"/>
      <dgm:spPr>
        <a:prstGeom prst="round2DiagRect">
          <a:avLst>
            <a:gd name="adj1" fmla="val 29727"/>
            <a:gd name="adj2" fmla="val 0"/>
          </a:avLst>
        </a:prstGeom>
      </dgm:spPr>
    </dgm:pt>
    <dgm:pt modelId="{4A18E610-D68E-423B-BE68-86551A7B38D6}" type="pres">
      <dgm:prSet presAssocID="{360B6848-8AA0-4EDA-A0AE-561CCEF874E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Accept"/>
        </a:ext>
      </dgm:extLst>
    </dgm:pt>
    <dgm:pt modelId="{D878299C-BA4E-4200-B975-8C380B829851}" type="pres">
      <dgm:prSet presAssocID="{360B6848-8AA0-4EDA-A0AE-561CCEF874EB}" presName="spaceRect" presStyleCnt="0"/>
      <dgm:spPr/>
    </dgm:pt>
    <dgm:pt modelId="{156D12A7-C260-4E14-935F-B62E29B8C84D}" type="pres">
      <dgm:prSet presAssocID="{360B6848-8AA0-4EDA-A0AE-561CCEF874EB}" presName="textRect" presStyleLbl="revTx" presStyleIdx="4" presStyleCnt="5">
        <dgm:presLayoutVars>
          <dgm:chMax val="1"/>
          <dgm:chPref val="1"/>
        </dgm:presLayoutVars>
      </dgm:prSet>
      <dgm:spPr/>
    </dgm:pt>
  </dgm:ptLst>
  <dgm:cxnLst>
    <dgm:cxn modelId="{6CDD0B04-15E9-469C-AA7C-FE38362831A5}" srcId="{A9B956CB-BF4E-4B06-8223-D8EF083EF6AB}" destId="{942E07DB-3941-44F9-9296-4F90030B8714}" srcOrd="1" destOrd="0" parTransId="{3078A6DC-B079-4B6F-BB23-09E9AB953212}" sibTransId="{EB0146A5-7BA9-4266-93B4-CC9497894B79}"/>
    <dgm:cxn modelId="{9446C604-CA80-4350-980D-1CB0B1D3C952}" type="presOf" srcId="{E74F6AD4-55AA-4AE4-BCD6-19F950932995}" destId="{15DF569B-26CC-4B10-B542-630FBF9FAA03}" srcOrd="0" destOrd="0" presId="urn:microsoft.com/office/officeart/2018/5/layout/IconLeafLabelList"/>
    <dgm:cxn modelId="{C29C5731-67C6-48C2-A4B1-A697B94D7A71}" srcId="{A9B956CB-BF4E-4B06-8223-D8EF083EF6AB}" destId="{04076167-6D98-4A6C-9DEB-93E69D185F11}" srcOrd="3" destOrd="0" parTransId="{AE4B8A2F-1B86-41B2-A366-28512D170586}" sibTransId="{C6CE5DD7-F700-4731-90C1-9A3A3A51B10C}"/>
    <dgm:cxn modelId="{4E081D6C-587C-4773-A352-BD2F04F4743F}" type="presOf" srcId="{04076167-6D98-4A6C-9DEB-93E69D185F11}" destId="{834C92E2-E766-439C-9074-C5443AE24C91}" srcOrd="0" destOrd="0" presId="urn:microsoft.com/office/officeart/2018/5/layout/IconLeafLabelList"/>
    <dgm:cxn modelId="{A3B9137B-0155-458E-BA32-5265EE0327E6}" type="presOf" srcId="{E4F672F7-2A0B-4FA2-85EB-1B9FCC3A3BEA}" destId="{F55C545F-EF63-41D2-BA08-916D7B8C7F95}" srcOrd="0" destOrd="0" presId="urn:microsoft.com/office/officeart/2018/5/layout/IconLeafLabelList"/>
    <dgm:cxn modelId="{64775BA0-2744-4D0F-ACCB-33EA24E6C365}" type="presOf" srcId="{A9B956CB-BF4E-4B06-8223-D8EF083EF6AB}" destId="{8CCF40BA-E64D-4446-BC92-0E8307EB1986}" srcOrd="0" destOrd="0" presId="urn:microsoft.com/office/officeart/2018/5/layout/IconLeafLabelList"/>
    <dgm:cxn modelId="{6B1252A6-E427-472F-BCF7-237F63E20298}" type="presOf" srcId="{360B6848-8AA0-4EDA-A0AE-561CCEF874EB}" destId="{156D12A7-C260-4E14-935F-B62E29B8C84D}" srcOrd="0" destOrd="0" presId="urn:microsoft.com/office/officeart/2018/5/layout/IconLeafLabelList"/>
    <dgm:cxn modelId="{F55C98A8-E77F-483D-B0E0-81B48049048A}" type="presOf" srcId="{942E07DB-3941-44F9-9296-4F90030B8714}" destId="{69C12A49-658F-4C7F-BE11-F0AB2C829B6A}" srcOrd="0" destOrd="0" presId="urn:microsoft.com/office/officeart/2018/5/layout/IconLeafLabelList"/>
    <dgm:cxn modelId="{93B227D7-3F64-4464-B09A-05ED2E1FB0B4}" srcId="{A9B956CB-BF4E-4B06-8223-D8EF083EF6AB}" destId="{E4F672F7-2A0B-4FA2-85EB-1B9FCC3A3BEA}" srcOrd="0" destOrd="0" parTransId="{B328BF84-1A8F-470D-BD07-735B99B55756}" sibTransId="{C741E63E-13D9-4B58-9759-345E697E1AEC}"/>
    <dgm:cxn modelId="{119EDFEF-3D9C-44C4-9C43-A7EA274D7DEB}" srcId="{A9B956CB-BF4E-4B06-8223-D8EF083EF6AB}" destId="{360B6848-8AA0-4EDA-A0AE-561CCEF874EB}" srcOrd="4" destOrd="0" parTransId="{9ABFB82A-3F75-4D82-884B-FDFB41272745}" sibTransId="{228ADA77-02BE-4AE0-9F80-DC8826BB416C}"/>
    <dgm:cxn modelId="{1E34D4F0-18BB-4586-82D0-79D0E4BCBBC8}" srcId="{A9B956CB-BF4E-4B06-8223-D8EF083EF6AB}" destId="{E74F6AD4-55AA-4AE4-BCD6-19F950932995}" srcOrd="2" destOrd="0" parTransId="{2EE4B358-91D2-417E-B520-B677D11334FD}" sibTransId="{F97CB00E-96B9-4CAD-B75D-F4E50A8140F5}"/>
    <dgm:cxn modelId="{A39974C1-A789-4A28-9F6E-B24E251112AE}" type="presParOf" srcId="{8CCF40BA-E64D-4446-BC92-0E8307EB1986}" destId="{D00084A4-0FB0-4FEE-99A5-F054CB7146FD}" srcOrd="0" destOrd="0" presId="urn:microsoft.com/office/officeart/2018/5/layout/IconLeafLabelList"/>
    <dgm:cxn modelId="{27CFE7EA-6919-4EC1-A191-5CE4CDBA348E}" type="presParOf" srcId="{D00084A4-0FB0-4FEE-99A5-F054CB7146FD}" destId="{AA8709CB-F136-4B36-A50E-7DD6507FF100}" srcOrd="0" destOrd="0" presId="urn:microsoft.com/office/officeart/2018/5/layout/IconLeafLabelList"/>
    <dgm:cxn modelId="{623B12A7-952B-4FB4-A0D7-352299E3FB8E}" type="presParOf" srcId="{D00084A4-0FB0-4FEE-99A5-F054CB7146FD}" destId="{1F20212E-7D4B-48BC-A5FB-EA8568912E14}" srcOrd="1" destOrd="0" presId="urn:microsoft.com/office/officeart/2018/5/layout/IconLeafLabelList"/>
    <dgm:cxn modelId="{A5933855-D998-48B9-A0C6-8A5255F620EC}" type="presParOf" srcId="{D00084A4-0FB0-4FEE-99A5-F054CB7146FD}" destId="{FE5A6393-3FAD-43EB-B85C-263BF0E6794D}" srcOrd="2" destOrd="0" presId="urn:microsoft.com/office/officeart/2018/5/layout/IconLeafLabelList"/>
    <dgm:cxn modelId="{819FBE78-2180-4B7B-8FF1-3E7C7FAACDB0}" type="presParOf" srcId="{D00084A4-0FB0-4FEE-99A5-F054CB7146FD}" destId="{F55C545F-EF63-41D2-BA08-916D7B8C7F95}" srcOrd="3" destOrd="0" presId="urn:microsoft.com/office/officeart/2018/5/layout/IconLeafLabelList"/>
    <dgm:cxn modelId="{1E4891A1-D0FB-4631-AACC-8926901A60B4}" type="presParOf" srcId="{8CCF40BA-E64D-4446-BC92-0E8307EB1986}" destId="{F7196B1B-C9F6-448B-85C8-AFFBFE7E0583}" srcOrd="1" destOrd="0" presId="urn:microsoft.com/office/officeart/2018/5/layout/IconLeafLabelList"/>
    <dgm:cxn modelId="{3341957D-0CCF-4D7D-8DD0-E5CCB2CCE6D8}" type="presParOf" srcId="{8CCF40BA-E64D-4446-BC92-0E8307EB1986}" destId="{E95C1E95-BF58-4160-9608-EECEFA171359}" srcOrd="2" destOrd="0" presId="urn:microsoft.com/office/officeart/2018/5/layout/IconLeafLabelList"/>
    <dgm:cxn modelId="{8A5F1703-7BC0-4F0D-9C08-479B2CF14C19}" type="presParOf" srcId="{E95C1E95-BF58-4160-9608-EECEFA171359}" destId="{D387C1D2-8759-4D7F-8D98-7EF482970FF8}" srcOrd="0" destOrd="0" presId="urn:microsoft.com/office/officeart/2018/5/layout/IconLeafLabelList"/>
    <dgm:cxn modelId="{D6665C05-0313-4A18-8905-86904A9901E5}" type="presParOf" srcId="{E95C1E95-BF58-4160-9608-EECEFA171359}" destId="{A9982348-47CD-4D23-80FA-1BD8A2083546}" srcOrd="1" destOrd="0" presId="urn:microsoft.com/office/officeart/2018/5/layout/IconLeafLabelList"/>
    <dgm:cxn modelId="{F38E0EC8-5E49-4C53-A262-E5E6BF2F0C15}" type="presParOf" srcId="{E95C1E95-BF58-4160-9608-EECEFA171359}" destId="{CC8B6A0E-79FB-486B-AB61-47DB6EB99F81}" srcOrd="2" destOrd="0" presId="urn:microsoft.com/office/officeart/2018/5/layout/IconLeafLabelList"/>
    <dgm:cxn modelId="{8184EAF4-4415-4809-B683-C2866519C12A}" type="presParOf" srcId="{E95C1E95-BF58-4160-9608-EECEFA171359}" destId="{69C12A49-658F-4C7F-BE11-F0AB2C829B6A}" srcOrd="3" destOrd="0" presId="urn:microsoft.com/office/officeart/2018/5/layout/IconLeafLabelList"/>
    <dgm:cxn modelId="{111F5555-5EFB-49B5-9532-2B33C335FF18}" type="presParOf" srcId="{8CCF40BA-E64D-4446-BC92-0E8307EB1986}" destId="{07446527-5161-42FF-8EDA-DB06C2898CF9}" srcOrd="3" destOrd="0" presId="urn:microsoft.com/office/officeart/2018/5/layout/IconLeafLabelList"/>
    <dgm:cxn modelId="{17FBB71E-6770-43DD-86AA-1EEB027F6452}" type="presParOf" srcId="{8CCF40BA-E64D-4446-BC92-0E8307EB1986}" destId="{0A790D8C-2679-4114-9F97-0DE31FF22325}" srcOrd="4" destOrd="0" presId="urn:microsoft.com/office/officeart/2018/5/layout/IconLeafLabelList"/>
    <dgm:cxn modelId="{DE1E3E47-4017-4584-8349-0F3C3B5340D1}" type="presParOf" srcId="{0A790D8C-2679-4114-9F97-0DE31FF22325}" destId="{1865D9CF-4889-44C6-AF89-75F955059C72}" srcOrd="0" destOrd="0" presId="urn:microsoft.com/office/officeart/2018/5/layout/IconLeafLabelList"/>
    <dgm:cxn modelId="{8397BA53-2898-4D51-BA8A-416BE73EFDFB}" type="presParOf" srcId="{0A790D8C-2679-4114-9F97-0DE31FF22325}" destId="{DA817D9C-614E-4745-BDC0-B93BECDDC271}" srcOrd="1" destOrd="0" presId="urn:microsoft.com/office/officeart/2018/5/layout/IconLeafLabelList"/>
    <dgm:cxn modelId="{29E3A062-B460-4EDD-A72B-3B8D157B4A77}" type="presParOf" srcId="{0A790D8C-2679-4114-9F97-0DE31FF22325}" destId="{24513D0A-F323-47E2-B1C1-639A79C1E305}" srcOrd="2" destOrd="0" presId="urn:microsoft.com/office/officeart/2018/5/layout/IconLeafLabelList"/>
    <dgm:cxn modelId="{A148AC34-0BCD-4DEB-85EE-B4F80288D68D}" type="presParOf" srcId="{0A790D8C-2679-4114-9F97-0DE31FF22325}" destId="{15DF569B-26CC-4B10-B542-630FBF9FAA03}" srcOrd="3" destOrd="0" presId="urn:microsoft.com/office/officeart/2018/5/layout/IconLeafLabelList"/>
    <dgm:cxn modelId="{F88AEA0D-463F-452F-9129-7F7C0CE60CE3}" type="presParOf" srcId="{8CCF40BA-E64D-4446-BC92-0E8307EB1986}" destId="{F2696F0F-74ED-4198-9BFC-FC7E9AB1CE8E}" srcOrd="5" destOrd="0" presId="urn:microsoft.com/office/officeart/2018/5/layout/IconLeafLabelList"/>
    <dgm:cxn modelId="{4BB07D14-BE2C-4DF9-9069-BB0A9D270710}" type="presParOf" srcId="{8CCF40BA-E64D-4446-BC92-0E8307EB1986}" destId="{0982236F-06AF-40CD-868E-2335F96E080D}" srcOrd="6" destOrd="0" presId="urn:microsoft.com/office/officeart/2018/5/layout/IconLeafLabelList"/>
    <dgm:cxn modelId="{E29CDAC2-765C-4396-876E-23A813C6A22B}" type="presParOf" srcId="{0982236F-06AF-40CD-868E-2335F96E080D}" destId="{79CC1A2F-58F4-4D76-82D5-B020DFD920B4}" srcOrd="0" destOrd="0" presId="urn:microsoft.com/office/officeart/2018/5/layout/IconLeafLabelList"/>
    <dgm:cxn modelId="{8D867EF6-DBA6-4F60-8612-CDD1C3904FF1}" type="presParOf" srcId="{0982236F-06AF-40CD-868E-2335F96E080D}" destId="{81BC133B-3F20-4793-A197-AB55EF63BE99}" srcOrd="1" destOrd="0" presId="urn:microsoft.com/office/officeart/2018/5/layout/IconLeafLabelList"/>
    <dgm:cxn modelId="{A89612CE-5DEB-44F2-9D5E-2D0245AFA842}" type="presParOf" srcId="{0982236F-06AF-40CD-868E-2335F96E080D}" destId="{231BC0C0-0185-452D-A6F2-6C46FBBC81E9}" srcOrd="2" destOrd="0" presId="urn:microsoft.com/office/officeart/2018/5/layout/IconLeafLabelList"/>
    <dgm:cxn modelId="{1644FE82-0D8E-48AB-AE86-5FD89831F0D3}" type="presParOf" srcId="{0982236F-06AF-40CD-868E-2335F96E080D}" destId="{834C92E2-E766-439C-9074-C5443AE24C91}" srcOrd="3" destOrd="0" presId="urn:microsoft.com/office/officeart/2018/5/layout/IconLeafLabelList"/>
    <dgm:cxn modelId="{162B38D5-C9EB-4B9A-A306-F5B3493F6B80}" type="presParOf" srcId="{8CCF40BA-E64D-4446-BC92-0E8307EB1986}" destId="{AD1F05FD-B2AE-4650-96AF-36E63EAC88CB}" srcOrd="7" destOrd="0" presId="urn:microsoft.com/office/officeart/2018/5/layout/IconLeafLabelList"/>
    <dgm:cxn modelId="{EF0F1F9D-3229-4559-92B2-B89996A30AD0}" type="presParOf" srcId="{8CCF40BA-E64D-4446-BC92-0E8307EB1986}" destId="{4B377771-7750-4CC4-A993-1A3BF1233682}" srcOrd="8" destOrd="0" presId="urn:microsoft.com/office/officeart/2018/5/layout/IconLeafLabelList"/>
    <dgm:cxn modelId="{2F788EBA-B4E7-492B-9443-26A9F0BF14FD}" type="presParOf" srcId="{4B377771-7750-4CC4-A993-1A3BF1233682}" destId="{24DE2247-7546-4394-BA92-F14DF1CBD3EC}" srcOrd="0" destOrd="0" presId="urn:microsoft.com/office/officeart/2018/5/layout/IconLeafLabelList"/>
    <dgm:cxn modelId="{9827DCCD-C6F0-46AA-848D-86F6C043548D}" type="presParOf" srcId="{4B377771-7750-4CC4-A993-1A3BF1233682}" destId="{4A18E610-D68E-423B-BE68-86551A7B38D6}" srcOrd="1" destOrd="0" presId="urn:microsoft.com/office/officeart/2018/5/layout/IconLeafLabelList"/>
    <dgm:cxn modelId="{2F0D7BE9-4562-4539-B3E4-F4E9ED205F97}" type="presParOf" srcId="{4B377771-7750-4CC4-A993-1A3BF1233682}" destId="{D878299C-BA4E-4200-B975-8C380B829851}" srcOrd="2" destOrd="0" presId="urn:microsoft.com/office/officeart/2018/5/layout/IconLeafLabelList"/>
    <dgm:cxn modelId="{0CB6BC7C-02D4-445D-81A3-598F7D5F31DA}" type="presParOf" srcId="{4B377771-7750-4CC4-A993-1A3BF1233682}" destId="{156D12A7-C260-4E14-935F-B62E29B8C84D}"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709CB-F136-4B36-A50E-7DD6507FF100}">
      <dsp:nvSpPr>
        <dsp:cNvPr id="0" name=""/>
        <dsp:cNvSpPr/>
      </dsp:nvSpPr>
      <dsp:spPr>
        <a:xfrm>
          <a:off x="735974" y="827140"/>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20212E-7D4B-48BC-A5FB-EA8568912E14}">
      <dsp:nvSpPr>
        <dsp:cNvPr id="0" name=""/>
        <dsp:cNvSpPr/>
      </dsp:nvSpPr>
      <dsp:spPr>
        <a:xfrm>
          <a:off x="969974" y="1061140"/>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55C545F-EF63-41D2-BA08-916D7B8C7F95}">
      <dsp:nvSpPr>
        <dsp:cNvPr id="0" name=""/>
        <dsp:cNvSpPr/>
      </dsp:nvSpPr>
      <dsp:spPr>
        <a:xfrm>
          <a:off x="384974" y="226714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Introduction</a:t>
          </a:r>
        </a:p>
      </dsp:txBody>
      <dsp:txXfrm>
        <a:off x="384974" y="2267140"/>
        <a:ext cx="1800000" cy="720000"/>
      </dsp:txXfrm>
    </dsp:sp>
    <dsp:sp modelId="{D387C1D2-8759-4D7F-8D98-7EF482970FF8}">
      <dsp:nvSpPr>
        <dsp:cNvPr id="0" name=""/>
        <dsp:cNvSpPr/>
      </dsp:nvSpPr>
      <dsp:spPr>
        <a:xfrm>
          <a:off x="2850974" y="827140"/>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982348-47CD-4D23-80FA-1BD8A2083546}">
      <dsp:nvSpPr>
        <dsp:cNvPr id="0" name=""/>
        <dsp:cNvSpPr/>
      </dsp:nvSpPr>
      <dsp:spPr>
        <a:xfrm>
          <a:off x="3084974" y="1061140"/>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9C12A49-658F-4C7F-BE11-F0AB2C829B6A}">
      <dsp:nvSpPr>
        <dsp:cNvPr id="0" name=""/>
        <dsp:cNvSpPr/>
      </dsp:nvSpPr>
      <dsp:spPr>
        <a:xfrm>
          <a:off x="2499974" y="226714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dirty="0"/>
            <a:t>Exploring The Topic</a:t>
          </a:r>
        </a:p>
      </dsp:txBody>
      <dsp:txXfrm>
        <a:off x="2499974" y="2267140"/>
        <a:ext cx="1800000" cy="720000"/>
      </dsp:txXfrm>
    </dsp:sp>
    <dsp:sp modelId="{1865D9CF-4889-44C6-AF89-75F955059C72}">
      <dsp:nvSpPr>
        <dsp:cNvPr id="0" name=""/>
        <dsp:cNvSpPr/>
      </dsp:nvSpPr>
      <dsp:spPr>
        <a:xfrm>
          <a:off x="4965975" y="827140"/>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817D9C-614E-4745-BDC0-B93BECDDC271}">
      <dsp:nvSpPr>
        <dsp:cNvPr id="0" name=""/>
        <dsp:cNvSpPr/>
      </dsp:nvSpPr>
      <dsp:spPr>
        <a:xfrm>
          <a:off x="5199975" y="1061140"/>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5DF569B-26CC-4B10-B542-630FBF9FAA03}">
      <dsp:nvSpPr>
        <dsp:cNvPr id="0" name=""/>
        <dsp:cNvSpPr/>
      </dsp:nvSpPr>
      <dsp:spPr>
        <a:xfrm>
          <a:off x="4614975" y="226714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CA" sz="2100" kern="1200"/>
            <a:t>Conclusion</a:t>
          </a:r>
          <a:endParaRPr lang="en-US" sz="2100" kern="1200"/>
        </a:p>
      </dsp:txBody>
      <dsp:txXfrm>
        <a:off x="4614975" y="2267140"/>
        <a:ext cx="1800000" cy="720000"/>
      </dsp:txXfrm>
    </dsp:sp>
    <dsp:sp modelId="{79CC1A2F-58F4-4D76-82D5-B020DFD920B4}">
      <dsp:nvSpPr>
        <dsp:cNvPr id="0" name=""/>
        <dsp:cNvSpPr/>
      </dsp:nvSpPr>
      <dsp:spPr>
        <a:xfrm>
          <a:off x="7080975" y="827140"/>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BC133B-3F20-4793-A197-AB55EF63BE99}">
      <dsp:nvSpPr>
        <dsp:cNvPr id="0" name=""/>
        <dsp:cNvSpPr/>
      </dsp:nvSpPr>
      <dsp:spPr>
        <a:xfrm>
          <a:off x="7314975" y="1061140"/>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34C92E2-E766-439C-9074-C5443AE24C91}">
      <dsp:nvSpPr>
        <dsp:cNvPr id="0" name=""/>
        <dsp:cNvSpPr/>
      </dsp:nvSpPr>
      <dsp:spPr>
        <a:xfrm>
          <a:off x="6729975" y="226714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CA" sz="2100" kern="1200"/>
            <a:t>Question &amp; Answers</a:t>
          </a:r>
          <a:endParaRPr lang="en-US" sz="2100" kern="1200"/>
        </a:p>
      </dsp:txBody>
      <dsp:txXfrm>
        <a:off x="6729975" y="2267140"/>
        <a:ext cx="1800000" cy="720000"/>
      </dsp:txXfrm>
    </dsp:sp>
    <dsp:sp modelId="{24DE2247-7546-4394-BA92-F14DF1CBD3EC}">
      <dsp:nvSpPr>
        <dsp:cNvPr id="0" name=""/>
        <dsp:cNvSpPr/>
      </dsp:nvSpPr>
      <dsp:spPr>
        <a:xfrm>
          <a:off x="9195975" y="827140"/>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18E610-D68E-423B-BE68-86551A7B38D6}">
      <dsp:nvSpPr>
        <dsp:cNvPr id="0" name=""/>
        <dsp:cNvSpPr/>
      </dsp:nvSpPr>
      <dsp:spPr>
        <a:xfrm>
          <a:off x="9429975" y="1061140"/>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56D12A7-C260-4E14-935F-B62E29B8C84D}">
      <dsp:nvSpPr>
        <dsp:cNvPr id="0" name=""/>
        <dsp:cNvSpPr/>
      </dsp:nvSpPr>
      <dsp:spPr>
        <a:xfrm>
          <a:off x="8844975" y="226714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CA" sz="2100" kern="1200"/>
            <a:t>Thank You</a:t>
          </a:r>
          <a:endParaRPr lang="en-US" sz="2100" kern="1200"/>
        </a:p>
      </dsp:txBody>
      <dsp:txXfrm>
        <a:off x="8844975" y="2267140"/>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11/17/2023</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11/17/2023</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11/17/2023</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11/17/2023</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11/17/2023</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11/17/2023</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11/17/2023</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08D4B6A-8113-4DFB-B82E-B60CAC8E0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1" name="Rectangle 30">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638620" y="863695"/>
            <a:ext cx="3511233" cy="3779995"/>
          </a:xfrm>
        </p:spPr>
        <p:txBody>
          <a:bodyPr anchor="ctr">
            <a:normAutofit fontScale="90000"/>
          </a:bodyPr>
          <a:lstStyle/>
          <a:p>
            <a:r>
              <a:rPr lang="en-US" dirty="0">
                <a:solidFill>
                  <a:srgbClr val="FFFFFF"/>
                </a:solidFill>
              </a:rPr>
              <a:t>Should richer countries help in securing food for poor countries?</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638621" y="4739780"/>
            <a:ext cx="3511233" cy="1147054"/>
          </a:xfrm>
        </p:spPr>
        <p:txBody>
          <a:bodyPr anchor="t">
            <a:normAutofit/>
          </a:bodyPr>
          <a:lstStyle/>
          <a:p>
            <a:r>
              <a:rPr lang="en-US" sz="2000" dirty="0">
                <a:solidFill>
                  <a:srgbClr val="FFFFFF">
                    <a:alpha val="75000"/>
                  </a:srgbClr>
                </a:solidFill>
              </a:rPr>
              <a:t>Rachit Bhatt</a:t>
            </a:r>
          </a:p>
        </p:txBody>
      </p:sp>
      <p:sp>
        <p:nvSpPr>
          <p:cNvPr id="33" name="Rectangle 32">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l="28438" r="36129"/>
          <a:stretch/>
        </p:blipFill>
        <p:spPr>
          <a:xfrm>
            <a:off x="4654295" y="457200"/>
            <a:ext cx="7086151" cy="5899650"/>
          </a:xfrm>
          <a:prstGeom prst="rect">
            <a:avLst/>
          </a:prstGeom>
        </p:spPr>
      </p:pic>
    </p:spTree>
    <p:extLst>
      <p:ext uri="{BB962C8B-B14F-4D97-AF65-F5344CB8AC3E}">
        <p14:creationId xmlns:p14="http://schemas.microsoft.com/office/powerpoint/2010/main" val="24758055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 name="Rectangle 121">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23" name="Rectangle 122">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24" name="Rectangle 123">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125" name="Rectangle 124">
            <a:extLst>
              <a:ext uri="{FF2B5EF4-FFF2-40B4-BE49-F238E27FC236}">
                <a16:creationId xmlns:a16="http://schemas.microsoft.com/office/drawing/2014/main" id="{B8DD2392-397B-48BF-BEFA-EA1FB881C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person holding a certificate&#10;&#10;Description automatically generated">
            <a:extLst>
              <a:ext uri="{FF2B5EF4-FFF2-40B4-BE49-F238E27FC236}">
                <a16:creationId xmlns:a16="http://schemas.microsoft.com/office/drawing/2014/main" id="{21CAFBD9-8D40-C3D6-511E-5CC5C9AC1170}"/>
              </a:ext>
            </a:extLst>
          </p:cNvPr>
          <p:cNvPicPr>
            <a:picLocks noGrp="1" noChangeAspect="1"/>
          </p:cNvPicPr>
          <p:nvPr>
            <p:ph idx="1"/>
          </p:nvPr>
        </p:nvPicPr>
        <p:blipFill rotWithShape="1">
          <a:blip r:embed="rId2">
            <a:alphaModFix amt="40000"/>
          </a:blip>
          <a:srcRect t="23797" b="50890"/>
          <a:stretch/>
        </p:blipFill>
        <p:spPr>
          <a:xfrm>
            <a:off x="20" y="10"/>
            <a:ext cx="12191980" cy="6857990"/>
          </a:xfrm>
          <a:prstGeom prst="rect">
            <a:avLst/>
          </a:prstGeom>
        </p:spPr>
      </p:pic>
      <p:sp>
        <p:nvSpPr>
          <p:cNvPr id="2" name="Title 1">
            <a:extLst>
              <a:ext uri="{FF2B5EF4-FFF2-40B4-BE49-F238E27FC236}">
                <a16:creationId xmlns:a16="http://schemas.microsoft.com/office/drawing/2014/main" id="{20A899CC-41D5-6479-0ACB-79730BAD09C9}"/>
              </a:ext>
            </a:extLst>
          </p:cNvPr>
          <p:cNvSpPr>
            <a:spLocks noGrp="1"/>
          </p:cNvSpPr>
          <p:nvPr>
            <p:ph type="title"/>
          </p:nvPr>
        </p:nvSpPr>
        <p:spPr>
          <a:xfrm>
            <a:off x="1023870" y="702156"/>
            <a:ext cx="10144260" cy="1013800"/>
          </a:xfrm>
        </p:spPr>
        <p:txBody>
          <a:bodyPr vert="horz" lIns="91440" tIns="45720" rIns="91440" bIns="45720" rtlCol="0" anchor="b">
            <a:normAutofit/>
          </a:bodyPr>
          <a:lstStyle/>
          <a:p>
            <a:r>
              <a:rPr lang="en-US" sz="2800" b="0" kern="1200" cap="all">
                <a:solidFill>
                  <a:schemeClr val="tx1"/>
                </a:solidFill>
                <a:latin typeface="+mj-lt"/>
                <a:ea typeface="+mj-ea"/>
                <a:cs typeface="+mj-cs"/>
              </a:rPr>
              <a:t>Introduction</a:t>
            </a:r>
          </a:p>
        </p:txBody>
      </p:sp>
      <p:sp>
        <p:nvSpPr>
          <p:cNvPr id="4" name="Text Placeholder 3">
            <a:extLst>
              <a:ext uri="{FF2B5EF4-FFF2-40B4-BE49-F238E27FC236}">
                <a16:creationId xmlns:a16="http://schemas.microsoft.com/office/drawing/2014/main" id="{13551EB8-7F00-8845-E158-371E93898145}"/>
              </a:ext>
            </a:extLst>
          </p:cNvPr>
          <p:cNvSpPr>
            <a:spLocks noGrp="1"/>
          </p:cNvSpPr>
          <p:nvPr>
            <p:ph type="body" sz="half" idx="2"/>
          </p:nvPr>
        </p:nvSpPr>
        <p:spPr>
          <a:xfrm>
            <a:off x="965199" y="2180496"/>
            <a:ext cx="10261602" cy="3678303"/>
          </a:xfrm>
        </p:spPr>
        <p:txBody>
          <a:bodyPr vert="horz" lIns="91440" tIns="45720" rIns="91440" bIns="45720" rtlCol="0" anchor="ctr">
            <a:normAutofit/>
          </a:bodyPr>
          <a:lstStyle/>
          <a:p>
            <a:pPr>
              <a:buFont typeface="Wingdings 2" panose="05020102010507070707" pitchFamily="18" charset="2"/>
              <a:buChar char=""/>
            </a:pPr>
            <a:r>
              <a:rPr lang="en-US" dirty="0">
                <a:solidFill>
                  <a:schemeClr val="tx1">
                    <a:lumMod val="75000"/>
                    <a:lumOff val="25000"/>
                  </a:schemeClr>
                </a:solidFill>
              </a:rPr>
              <a:t>#Indian</a:t>
            </a:r>
          </a:p>
          <a:p>
            <a:pPr>
              <a:buFont typeface="Wingdings 2" panose="05020102010507070707" pitchFamily="18" charset="2"/>
              <a:buChar char=""/>
            </a:pPr>
            <a:r>
              <a:rPr lang="en-US" dirty="0">
                <a:solidFill>
                  <a:schemeClr val="tx1">
                    <a:lumMod val="75000"/>
                    <a:lumOff val="25000"/>
                  </a:schemeClr>
                </a:solidFill>
              </a:rPr>
              <a:t>Coding Lover &amp; Tech-Savvy</a:t>
            </a:r>
          </a:p>
          <a:p>
            <a:pPr>
              <a:buFont typeface="Wingdings 2" panose="05020102010507070707" pitchFamily="18" charset="2"/>
              <a:buChar char=""/>
            </a:pPr>
            <a:r>
              <a:rPr lang="en-US" dirty="0">
                <a:solidFill>
                  <a:schemeClr val="tx1">
                    <a:lumMod val="75000"/>
                    <a:lumOff val="25000"/>
                  </a:schemeClr>
                </a:solidFill>
              </a:rPr>
              <a:t>C# (WPF) Desktop Development – Junior Software Developer</a:t>
            </a:r>
          </a:p>
          <a:p>
            <a:pPr>
              <a:buFont typeface="Wingdings 2" panose="05020102010507070707" pitchFamily="18" charset="2"/>
              <a:buChar char=""/>
            </a:pPr>
            <a:r>
              <a:rPr lang="en-US" dirty="0">
                <a:solidFill>
                  <a:schemeClr val="tx1">
                    <a:lumMod val="75000"/>
                    <a:lumOff val="25000"/>
                  </a:schemeClr>
                </a:solidFill>
              </a:rPr>
              <a:t>Awarded for Best Technical Solution Provider (Team)</a:t>
            </a:r>
          </a:p>
        </p:txBody>
      </p:sp>
    </p:spTree>
    <p:extLst>
      <p:ext uri="{BB962C8B-B14F-4D97-AF65-F5344CB8AC3E}">
        <p14:creationId xmlns:p14="http://schemas.microsoft.com/office/powerpoint/2010/main" val="360436834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DA80DC80-8157-EFC7-1324-056C7D7D5206}"/>
              </a:ext>
            </a:extLst>
          </p:cNvPr>
          <p:cNvSpPr>
            <a:spLocks noGrp="1"/>
          </p:cNvSpPr>
          <p:nvPr>
            <p:ph type="title"/>
          </p:nvPr>
        </p:nvSpPr>
        <p:spPr>
          <a:xfrm>
            <a:off x="581192" y="702156"/>
            <a:ext cx="11029616" cy="1188720"/>
          </a:xfrm>
        </p:spPr>
        <p:txBody>
          <a:bodyPr>
            <a:normAutofit/>
          </a:bodyPr>
          <a:lstStyle/>
          <a:p>
            <a:r>
              <a:rPr lang="en-US">
                <a:solidFill>
                  <a:schemeClr val="tx1">
                    <a:lumMod val="85000"/>
                    <a:lumOff val="15000"/>
                  </a:schemeClr>
                </a:solidFill>
              </a:rPr>
              <a:t>Table of Content</a:t>
            </a:r>
            <a:endParaRPr lang="en-CA">
              <a:solidFill>
                <a:schemeClr val="tx1">
                  <a:lumMod val="85000"/>
                  <a:lumOff val="15000"/>
                </a:schemeClr>
              </a:solidFill>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graphicFrame>
        <p:nvGraphicFramePr>
          <p:cNvPr id="5" name="Content Placeholder 2">
            <a:extLst>
              <a:ext uri="{FF2B5EF4-FFF2-40B4-BE49-F238E27FC236}">
                <a16:creationId xmlns:a16="http://schemas.microsoft.com/office/drawing/2014/main" id="{6F63B9DC-B597-0FF0-1E6A-9CC2A3FBBC5F}"/>
              </a:ext>
            </a:extLst>
          </p:cNvPr>
          <p:cNvGraphicFramePr>
            <a:graphicFrameLocks noGrp="1"/>
          </p:cNvGraphicFramePr>
          <p:nvPr>
            <p:ph idx="1"/>
            <p:extLst>
              <p:ext uri="{D42A27DB-BD31-4B8C-83A1-F6EECF244321}">
                <p14:modId xmlns:p14="http://schemas.microsoft.com/office/powerpoint/2010/main" val="2412936548"/>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846417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6" name="Rectangle 35">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8" name="Rectangle 37">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40" name="Rectangle 39">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42" name="Rectangle 41">
            <a:extLst>
              <a:ext uri="{FF2B5EF4-FFF2-40B4-BE49-F238E27FC236}">
                <a16:creationId xmlns:a16="http://schemas.microsoft.com/office/drawing/2014/main" id="{C1FA8F66-3B85-411D-A2A6-A50DF3026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olution dispensed using electronic pipette">
            <a:extLst>
              <a:ext uri="{FF2B5EF4-FFF2-40B4-BE49-F238E27FC236}">
                <a16:creationId xmlns:a16="http://schemas.microsoft.com/office/drawing/2014/main" id="{C9ECC3B3-5C23-D206-DA55-B131C2D9DE37}"/>
              </a:ext>
            </a:extLst>
          </p:cNvPr>
          <p:cNvPicPr>
            <a:picLocks noChangeAspect="1"/>
          </p:cNvPicPr>
          <p:nvPr/>
        </p:nvPicPr>
        <p:blipFill rotWithShape="1">
          <a:blip r:embed="rId2"/>
          <a:srcRect t="15148" r="9091" b="8243"/>
          <a:stretch/>
        </p:blipFill>
        <p:spPr>
          <a:xfrm>
            <a:off x="20" y="10"/>
            <a:ext cx="12191980" cy="6857990"/>
          </a:xfrm>
          <a:prstGeom prst="rect">
            <a:avLst/>
          </a:prstGeom>
        </p:spPr>
      </p:pic>
      <p:sp>
        <p:nvSpPr>
          <p:cNvPr id="44" name="Rectangle 43">
            <a:extLst>
              <a:ext uri="{FF2B5EF4-FFF2-40B4-BE49-F238E27FC236}">
                <a16:creationId xmlns:a16="http://schemas.microsoft.com/office/drawing/2014/main" id="{D695E25C-06E7-4082-BE92-B571B616B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285571"/>
            <a:ext cx="11265408"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46" name="Rectangle 45">
            <a:extLst>
              <a:ext uri="{FF2B5EF4-FFF2-40B4-BE49-F238E27FC236}">
                <a16:creationId xmlns:a16="http://schemas.microsoft.com/office/drawing/2014/main" id="{E64BD7DF-F4BB-427F-B4F6-6DC83A59A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B61BC362-93E6-0662-D2B2-AAD957C402AA}"/>
              </a:ext>
            </a:extLst>
          </p:cNvPr>
          <p:cNvSpPr>
            <a:spLocks noGrp="1"/>
          </p:cNvSpPr>
          <p:nvPr>
            <p:ph type="title"/>
          </p:nvPr>
        </p:nvSpPr>
        <p:spPr>
          <a:xfrm>
            <a:off x="609599" y="4571999"/>
            <a:ext cx="10965141" cy="1687551"/>
          </a:xfrm>
        </p:spPr>
        <p:txBody>
          <a:bodyPr vert="horz" lIns="91440" tIns="45720" rIns="91440" bIns="45720" rtlCol="0" anchor="b">
            <a:normAutofit/>
          </a:bodyPr>
          <a:lstStyle/>
          <a:p>
            <a:r>
              <a:rPr lang="en-US" sz="4000" dirty="0">
                <a:solidFill>
                  <a:srgbClr val="FFFFFF"/>
                </a:solidFill>
              </a:rPr>
              <a:t>Introduction to the topic</a:t>
            </a:r>
            <a:br>
              <a:rPr lang="en-US" sz="4000" dirty="0">
                <a:solidFill>
                  <a:srgbClr val="FFFFFF"/>
                </a:solidFill>
              </a:rPr>
            </a:br>
            <a:r>
              <a:rPr lang="en-US" sz="2700" dirty="0">
                <a:solidFill>
                  <a:srgbClr val="FFFFFF"/>
                </a:solidFill>
              </a:rPr>
              <a:t>Should richer countries help in securing food for poor countries?</a:t>
            </a:r>
          </a:p>
        </p:txBody>
      </p:sp>
    </p:spTree>
    <p:extLst>
      <p:ext uri="{BB962C8B-B14F-4D97-AF65-F5344CB8AC3E}">
        <p14:creationId xmlns:p14="http://schemas.microsoft.com/office/powerpoint/2010/main" val="338586913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1" name="Rectangle 10">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3" name="Rectangle 12">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Rectangle 14">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14" name="Picture 13" descr="Scientist dropping solution into test tubes">
            <a:extLst>
              <a:ext uri="{FF2B5EF4-FFF2-40B4-BE49-F238E27FC236}">
                <a16:creationId xmlns:a16="http://schemas.microsoft.com/office/drawing/2014/main" id="{7CB94371-3D43-BB5F-2A2D-2738EA7155EC}"/>
              </a:ext>
            </a:extLst>
          </p:cNvPr>
          <p:cNvPicPr>
            <a:picLocks noChangeAspect="1"/>
          </p:cNvPicPr>
          <p:nvPr/>
        </p:nvPicPr>
        <p:blipFill rotWithShape="1">
          <a:blip r:embed="rId2"/>
          <a:srcRect b="15094"/>
          <a:stretch/>
        </p:blipFill>
        <p:spPr>
          <a:xfrm>
            <a:off x="-3047" y="10"/>
            <a:ext cx="12191999" cy="6857990"/>
          </a:xfrm>
          <a:prstGeom prst="rect">
            <a:avLst/>
          </a:prstGeom>
        </p:spPr>
      </p:pic>
      <p:sp>
        <p:nvSpPr>
          <p:cNvPr id="17" name="Rectangle 16">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2E2F80-A05A-8786-9A86-592BBCDEB9B1}"/>
              </a:ext>
            </a:extLst>
          </p:cNvPr>
          <p:cNvSpPr>
            <a:spLocks noGrp="1"/>
          </p:cNvSpPr>
          <p:nvPr>
            <p:ph type="title"/>
          </p:nvPr>
        </p:nvSpPr>
        <p:spPr>
          <a:xfrm>
            <a:off x="643466" y="643467"/>
            <a:ext cx="10905059" cy="3330353"/>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3600" dirty="0">
                <a:solidFill>
                  <a:schemeClr val="bg1"/>
                </a:solidFill>
              </a:rPr>
              <a:t>Food is Vital</a:t>
            </a:r>
          </a:p>
        </p:txBody>
      </p:sp>
      <p:cxnSp>
        <p:nvCxnSpPr>
          <p:cNvPr id="19" name="Straight Connector 18">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968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1" name="Rectangle 3080">
            <a:extLst>
              <a:ext uri="{FF2B5EF4-FFF2-40B4-BE49-F238E27FC236}">
                <a16:creationId xmlns:a16="http://schemas.microsoft.com/office/drawing/2014/main" id="{E9751CB9-7B25-4EB8-9A6F-82F822549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1317383-CF3B-4B02-9512-BECBEF636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085" name="Rectangle 3084">
            <a:extLst>
              <a:ext uri="{FF2B5EF4-FFF2-40B4-BE49-F238E27FC236}">
                <a16:creationId xmlns:a16="http://schemas.microsoft.com/office/drawing/2014/main" id="{B1D4C7A0-6DF2-4F2D-A45D-F1115829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087" name="Rectangle 3086">
            <a:extLst>
              <a:ext uri="{FF2B5EF4-FFF2-40B4-BE49-F238E27FC236}">
                <a16:creationId xmlns:a16="http://schemas.microsoft.com/office/drawing/2014/main" id="{DBF3943D-BCB6-4B31-809D-A00568648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089" name="Rectangle 3088">
            <a:extLst>
              <a:ext uri="{FF2B5EF4-FFF2-40B4-BE49-F238E27FC236}">
                <a16:creationId xmlns:a16="http://schemas.microsoft.com/office/drawing/2014/main" id="{39373A6F-2E1F-4613-8E1D-D68057D29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01200"/>
            <a:ext cx="3707477" cy="562497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0BA9E02B-3ADB-C505-0DA6-C40643E76BB5}"/>
              </a:ext>
            </a:extLst>
          </p:cNvPr>
          <p:cNvSpPr>
            <a:spLocks noGrp="1"/>
          </p:cNvSpPr>
          <p:nvPr>
            <p:ph type="title"/>
          </p:nvPr>
        </p:nvSpPr>
        <p:spPr>
          <a:xfrm>
            <a:off x="601255" y="702155"/>
            <a:ext cx="3409783" cy="1300365"/>
          </a:xfrm>
        </p:spPr>
        <p:txBody>
          <a:bodyPr>
            <a:normAutofit/>
          </a:bodyPr>
          <a:lstStyle/>
          <a:p>
            <a:r>
              <a:rPr lang="en-US" dirty="0">
                <a:solidFill>
                  <a:srgbClr val="FFFFFF"/>
                </a:solidFill>
              </a:rPr>
              <a:t>Importance of Food</a:t>
            </a:r>
            <a:endParaRPr lang="en-CA" dirty="0">
              <a:solidFill>
                <a:srgbClr val="FFFFFF"/>
              </a:solidFill>
            </a:endParaRPr>
          </a:p>
        </p:txBody>
      </p:sp>
      <p:sp>
        <p:nvSpPr>
          <p:cNvPr id="3078" name="Content Placeholder 3077">
            <a:extLst>
              <a:ext uri="{FF2B5EF4-FFF2-40B4-BE49-F238E27FC236}">
                <a16:creationId xmlns:a16="http://schemas.microsoft.com/office/drawing/2014/main" id="{66B9CE43-CBC7-365B-9384-709898C819C9}"/>
              </a:ext>
            </a:extLst>
          </p:cNvPr>
          <p:cNvSpPr>
            <a:spLocks noGrp="1"/>
          </p:cNvSpPr>
          <p:nvPr>
            <p:ph idx="1"/>
          </p:nvPr>
        </p:nvSpPr>
        <p:spPr>
          <a:xfrm>
            <a:off x="601255" y="2177142"/>
            <a:ext cx="3409782" cy="3823607"/>
          </a:xfrm>
        </p:spPr>
        <p:txBody>
          <a:bodyPr>
            <a:normAutofit/>
          </a:bodyPr>
          <a:lstStyle/>
          <a:p>
            <a:r>
              <a:rPr lang="en-US" dirty="0">
                <a:solidFill>
                  <a:srgbClr val="FFFFFF"/>
                </a:solidFill>
              </a:rPr>
              <a:t>No Food = No Energy</a:t>
            </a:r>
          </a:p>
          <a:p>
            <a:r>
              <a:rPr lang="en-US" dirty="0">
                <a:solidFill>
                  <a:srgbClr val="FFFFFF"/>
                </a:solidFill>
              </a:rPr>
              <a:t>Not only junk food is improper but also when our eating schedule is disturbed.</a:t>
            </a:r>
          </a:p>
        </p:txBody>
      </p:sp>
      <p:pic>
        <p:nvPicPr>
          <p:cNvPr id="3074" name="Picture 2" descr="Benefits of Proper Nutrition">
            <a:extLst>
              <a:ext uri="{FF2B5EF4-FFF2-40B4-BE49-F238E27FC236}">
                <a16:creationId xmlns:a16="http://schemas.microsoft.com/office/drawing/2014/main" id="{9551C983-A53B-DF0C-A18A-7380DDF50E4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23830" y="936141"/>
            <a:ext cx="4968305" cy="4968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489484"/>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1" name="Rectangle 20">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2" name="Rectangle 21">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3" name="Rectangle 22">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24" name="Picture 23" descr="Red and blue flags">
            <a:extLst>
              <a:ext uri="{FF2B5EF4-FFF2-40B4-BE49-F238E27FC236}">
                <a16:creationId xmlns:a16="http://schemas.microsoft.com/office/drawing/2014/main" id="{7B340C3D-3FE2-BD2B-70EE-7BDBB98B1AC4}"/>
              </a:ext>
            </a:extLst>
          </p:cNvPr>
          <p:cNvPicPr>
            <a:picLocks noChangeAspect="1"/>
          </p:cNvPicPr>
          <p:nvPr/>
        </p:nvPicPr>
        <p:blipFill rotWithShape="1">
          <a:blip r:embed="rId2"/>
          <a:srcRect b="15730"/>
          <a:stretch/>
        </p:blipFill>
        <p:spPr>
          <a:xfrm>
            <a:off x="-3047" y="10"/>
            <a:ext cx="12191999" cy="6857990"/>
          </a:xfrm>
          <a:prstGeom prst="rect">
            <a:avLst/>
          </a:prstGeom>
        </p:spPr>
      </p:pic>
      <p:sp>
        <p:nvSpPr>
          <p:cNvPr id="25" name="Rectangle 24">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2E2F80-A05A-8786-9A86-592BBCDEB9B1}"/>
              </a:ext>
            </a:extLst>
          </p:cNvPr>
          <p:cNvSpPr>
            <a:spLocks noGrp="1"/>
          </p:cNvSpPr>
          <p:nvPr>
            <p:ph type="title"/>
          </p:nvPr>
        </p:nvSpPr>
        <p:spPr>
          <a:xfrm>
            <a:off x="643466" y="643467"/>
            <a:ext cx="10905059" cy="3330353"/>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3600">
                <a:solidFill>
                  <a:schemeClr val="bg1"/>
                </a:solidFill>
              </a:rPr>
              <a:t>Would countries really assist?</a:t>
            </a:r>
            <a:endParaRPr lang="en-US" sz="3600" dirty="0">
              <a:solidFill>
                <a:schemeClr val="bg1"/>
              </a:solidFill>
            </a:endParaRPr>
          </a:p>
        </p:txBody>
      </p:sp>
      <p:cxnSp>
        <p:nvCxnSpPr>
          <p:cNvPr id="26" name="Straight Connector 25">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17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8DD2392-397B-48BF-BEFA-EA1FB881C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7F9A1A5-9BB9-ECAE-85A0-B44639C33987}"/>
              </a:ext>
            </a:extLst>
          </p:cNvPr>
          <p:cNvPicPr>
            <a:picLocks noChangeAspect="1"/>
          </p:cNvPicPr>
          <p:nvPr/>
        </p:nvPicPr>
        <p:blipFill rotWithShape="1">
          <a:blip r:embed="rId2">
            <a:alphaModFix amt="40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364B94F-2B62-7E37-DBDC-B37B1A333967}"/>
              </a:ext>
            </a:extLst>
          </p:cNvPr>
          <p:cNvSpPr>
            <a:spLocks noGrp="1"/>
          </p:cNvSpPr>
          <p:nvPr>
            <p:ph type="title"/>
          </p:nvPr>
        </p:nvSpPr>
        <p:spPr>
          <a:xfrm>
            <a:off x="1023870" y="702156"/>
            <a:ext cx="10144260" cy="1013800"/>
          </a:xfrm>
        </p:spPr>
        <p:txBody>
          <a:bodyPr>
            <a:normAutofit/>
          </a:bodyPr>
          <a:lstStyle/>
          <a:p>
            <a:r>
              <a:rPr lang="en-US">
                <a:solidFill>
                  <a:schemeClr val="tx1"/>
                </a:solidFill>
              </a:rPr>
              <a:t>Arguments in Favor of Assistance</a:t>
            </a:r>
            <a:endParaRPr lang="en-CA">
              <a:solidFill>
                <a:schemeClr val="tx1"/>
              </a:solidFill>
            </a:endParaRPr>
          </a:p>
        </p:txBody>
      </p:sp>
      <p:sp>
        <p:nvSpPr>
          <p:cNvPr id="3" name="Content Placeholder 2">
            <a:extLst>
              <a:ext uri="{FF2B5EF4-FFF2-40B4-BE49-F238E27FC236}">
                <a16:creationId xmlns:a16="http://schemas.microsoft.com/office/drawing/2014/main" id="{A68ABB32-79C6-4971-D205-E935BA39634A}"/>
              </a:ext>
            </a:extLst>
          </p:cNvPr>
          <p:cNvSpPr>
            <a:spLocks noGrp="1"/>
          </p:cNvSpPr>
          <p:nvPr>
            <p:ph idx="1"/>
          </p:nvPr>
        </p:nvSpPr>
        <p:spPr>
          <a:xfrm>
            <a:off x="965199" y="2180496"/>
            <a:ext cx="10261602" cy="3678303"/>
          </a:xfrm>
        </p:spPr>
        <p:txBody>
          <a:bodyPr>
            <a:normAutofit/>
          </a:bodyPr>
          <a:lstStyle/>
          <a:p>
            <a:pPr>
              <a:buFont typeface="+mj-lt"/>
              <a:buAutoNum type="arabicPeriod"/>
            </a:pPr>
            <a:r>
              <a:rPr lang="en-US" b="1" i="0" dirty="0">
                <a:effectLst/>
                <a:latin typeface="Söhne"/>
              </a:rPr>
              <a:t>Global Responsibility:</a:t>
            </a:r>
            <a:r>
              <a:rPr lang="en-US" b="0" i="0" dirty="0">
                <a:effectLst/>
                <a:latin typeface="Söhne"/>
              </a:rPr>
              <a:t> Some argue that, given the </a:t>
            </a:r>
            <a:r>
              <a:rPr lang="en-US" b="0" i="0" u="sng" dirty="0">
                <a:effectLst/>
                <a:latin typeface="Söhne"/>
              </a:rPr>
              <a:t>interconnected</a:t>
            </a:r>
            <a:r>
              <a:rPr lang="en-US" b="0" i="0" dirty="0">
                <a:effectLst/>
                <a:latin typeface="Söhne"/>
              </a:rPr>
              <a:t>ness of the global community, wealthier nations have a </a:t>
            </a:r>
            <a:r>
              <a:rPr lang="en-US" b="0" i="1" dirty="0">
                <a:effectLst/>
                <a:latin typeface="Söhne"/>
              </a:rPr>
              <a:t>moral responsibility</a:t>
            </a:r>
            <a:r>
              <a:rPr lang="en-US" b="0" i="0" dirty="0">
                <a:effectLst/>
                <a:latin typeface="Söhne"/>
              </a:rPr>
              <a:t> to assist those in need. This includes helping secure food for poorer countries, especially when they face challenges such as famine, drought, or other food-related crises.</a:t>
            </a:r>
          </a:p>
          <a:p>
            <a:pPr>
              <a:buFont typeface="+mj-lt"/>
              <a:buAutoNum type="arabicPeriod"/>
            </a:pPr>
            <a:r>
              <a:rPr lang="en-US" b="1" i="0" dirty="0">
                <a:effectLst/>
                <a:latin typeface="Söhne"/>
              </a:rPr>
              <a:t>Humanitarian Considerations:</a:t>
            </a:r>
            <a:r>
              <a:rPr lang="en-US" b="0" i="0" dirty="0">
                <a:effectLst/>
                <a:latin typeface="Söhne"/>
              </a:rPr>
              <a:t> Helping for food security aligns with humanitarian principles. It addresses the basic human right to an adequate standard of living, including access to sufficient and nutritious food.</a:t>
            </a:r>
          </a:p>
          <a:p>
            <a:pPr>
              <a:buFont typeface="+mj-lt"/>
              <a:buAutoNum type="arabicPeriod"/>
            </a:pPr>
            <a:r>
              <a:rPr lang="en-US" b="1" i="0" dirty="0">
                <a:effectLst/>
                <a:latin typeface="Söhne"/>
              </a:rPr>
              <a:t>Economic Stability:</a:t>
            </a:r>
            <a:r>
              <a:rPr lang="en-US" b="0" i="0" dirty="0">
                <a:effectLst/>
                <a:latin typeface="Söhne"/>
              </a:rPr>
              <a:t> Ensuring food security in poorer countries can contribute to global economic stability. Hunger and food insecurity can lead to social unrest, migration, and other challenges that may have ripple effects on the global economy.</a:t>
            </a:r>
          </a:p>
          <a:p>
            <a:pPr>
              <a:buFont typeface="+mj-lt"/>
              <a:buAutoNum type="arabicPeriod"/>
            </a:pPr>
            <a:r>
              <a:rPr lang="en-US" b="1" i="0" dirty="0">
                <a:effectLst/>
                <a:latin typeface="Söhne"/>
              </a:rPr>
              <a:t>Long-Term Benefits:</a:t>
            </a:r>
            <a:r>
              <a:rPr lang="en-US" b="0" i="0" dirty="0">
                <a:effectLst/>
                <a:latin typeface="Söhne"/>
              </a:rPr>
              <a:t> Helping poor countries secure food can contribute to long-term stability and development. When people have access to sufficient nutrition, they are better able to work, learn, and contribute to the overall development of their communities and countries.</a:t>
            </a:r>
          </a:p>
        </p:txBody>
      </p:sp>
    </p:spTree>
    <p:extLst>
      <p:ext uri="{BB962C8B-B14F-4D97-AF65-F5344CB8AC3E}">
        <p14:creationId xmlns:p14="http://schemas.microsoft.com/office/powerpoint/2010/main" val="4294848617"/>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8DD2392-397B-48BF-BEFA-EA1FB881C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Vegetables on display at a market">
            <a:extLst>
              <a:ext uri="{FF2B5EF4-FFF2-40B4-BE49-F238E27FC236}">
                <a16:creationId xmlns:a16="http://schemas.microsoft.com/office/drawing/2014/main" id="{1FEC70E9-51A1-C29B-7F8D-BA893C6E2517}"/>
              </a:ext>
            </a:extLst>
          </p:cNvPr>
          <p:cNvPicPr>
            <a:picLocks noChangeAspect="1"/>
          </p:cNvPicPr>
          <p:nvPr/>
        </p:nvPicPr>
        <p:blipFill rotWithShape="1">
          <a:blip r:embed="rId2">
            <a:alphaModFix amt="40000"/>
          </a:blip>
          <a:srcRect t="4089" b="11641"/>
          <a:stretch/>
        </p:blipFill>
        <p:spPr>
          <a:xfrm>
            <a:off x="20" y="10"/>
            <a:ext cx="12191980" cy="6857990"/>
          </a:xfrm>
          <a:prstGeom prst="rect">
            <a:avLst/>
          </a:prstGeom>
        </p:spPr>
      </p:pic>
      <p:sp>
        <p:nvSpPr>
          <p:cNvPr id="2" name="Title 1">
            <a:extLst>
              <a:ext uri="{FF2B5EF4-FFF2-40B4-BE49-F238E27FC236}">
                <a16:creationId xmlns:a16="http://schemas.microsoft.com/office/drawing/2014/main" id="{F364B94F-2B62-7E37-DBDC-B37B1A333967}"/>
              </a:ext>
            </a:extLst>
          </p:cNvPr>
          <p:cNvSpPr>
            <a:spLocks noGrp="1"/>
          </p:cNvSpPr>
          <p:nvPr>
            <p:ph type="title"/>
          </p:nvPr>
        </p:nvSpPr>
        <p:spPr>
          <a:xfrm>
            <a:off x="1023870" y="702156"/>
            <a:ext cx="10144260" cy="1013800"/>
          </a:xfrm>
        </p:spPr>
        <p:txBody>
          <a:bodyPr>
            <a:normAutofit/>
          </a:bodyPr>
          <a:lstStyle/>
          <a:p>
            <a:r>
              <a:rPr lang="en-US">
                <a:solidFill>
                  <a:schemeClr val="tx1"/>
                </a:solidFill>
              </a:rPr>
              <a:t>Arguments Against Assistance</a:t>
            </a:r>
            <a:endParaRPr lang="en-CA">
              <a:solidFill>
                <a:schemeClr val="tx1"/>
              </a:solidFill>
            </a:endParaRPr>
          </a:p>
        </p:txBody>
      </p:sp>
      <p:sp>
        <p:nvSpPr>
          <p:cNvPr id="3" name="Content Placeholder 2">
            <a:extLst>
              <a:ext uri="{FF2B5EF4-FFF2-40B4-BE49-F238E27FC236}">
                <a16:creationId xmlns:a16="http://schemas.microsoft.com/office/drawing/2014/main" id="{A68ABB32-79C6-4971-D205-E935BA39634A}"/>
              </a:ext>
            </a:extLst>
          </p:cNvPr>
          <p:cNvSpPr>
            <a:spLocks noGrp="1"/>
          </p:cNvSpPr>
          <p:nvPr>
            <p:ph idx="1"/>
          </p:nvPr>
        </p:nvSpPr>
        <p:spPr>
          <a:xfrm>
            <a:off x="965199" y="2180496"/>
            <a:ext cx="10261602" cy="3678303"/>
          </a:xfrm>
        </p:spPr>
        <p:txBody>
          <a:bodyPr>
            <a:normAutofit/>
          </a:bodyPr>
          <a:lstStyle/>
          <a:p>
            <a:pPr>
              <a:lnSpc>
                <a:spcPct val="100000"/>
              </a:lnSpc>
              <a:buFont typeface="+mj-lt"/>
              <a:buAutoNum type="arabicPeriod"/>
            </a:pPr>
            <a:r>
              <a:rPr lang="en-US" b="1" i="0" dirty="0">
                <a:effectLst/>
                <a:latin typeface="Söhne"/>
              </a:rPr>
              <a:t>Dependency Concerns:</a:t>
            </a:r>
            <a:r>
              <a:rPr lang="en-US" b="0" i="0" dirty="0">
                <a:effectLst/>
                <a:latin typeface="Söhne"/>
              </a:rPr>
              <a:t> Some argue that providing continuous assistance may foster dependency and hinder the development of sustainable agricultural practices and self-sufficiency in poorer nations. Instead of simply providing food aid, efforts should focus on building local capacity and infrastructure.</a:t>
            </a:r>
          </a:p>
          <a:p>
            <a:pPr>
              <a:lnSpc>
                <a:spcPct val="100000"/>
              </a:lnSpc>
              <a:buFont typeface="+mj-lt"/>
              <a:buAutoNum type="arabicPeriod"/>
            </a:pPr>
            <a:r>
              <a:rPr lang="en-US" b="1" i="0" dirty="0">
                <a:effectLst/>
                <a:latin typeface="Söhne"/>
              </a:rPr>
              <a:t>Market Distortion:</a:t>
            </a:r>
            <a:r>
              <a:rPr lang="en-US" b="0" i="0" dirty="0">
                <a:effectLst/>
                <a:latin typeface="Söhne"/>
              </a:rPr>
              <a:t> Massive food aid from richer nations could potentially distort local markets, making it difficult for local farmers to compete. This can have long-term negative effects on the agricultural sector in the recipient countries.</a:t>
            </a:r>
          </a:p>
          <a:p>
            <a:pPr>
              <a:lnSpc>
                <a:spcPct val="100000"/>
              </a:lnSpc>
              <a:buFont typeface="+mj-lt"/>
              <a:buAutoNum type="arabicPeriod"/>
            </a:pPr>
            <a:r>
              <a:rPr lang="en-US" b="1" i="0" dirty="0">
                <a:effectLst/>
                <a:latin typeface="Söhne"/>
              </a:rPr>
              <a:t>Political </a:t>
            </a:r>
            <a:r>
              <a:rPr lang="en-US" b="1" dirty="0">
                <a:latin typeface="Söhne"/>
              </a:rPr>
              <a:t>and</a:t>
            </a:r>
            <a:r>
              <a:rPr lang="en-US" b="1" i="0" dirty="0">
                <a:effectLst/>
                <a:latin typeface="Söhne"/>
              </a:rPr>
              <a:t> Governance Issues:</a:t>
            </a:r>
            <a:r>
              <a:rPr lang="en-US" b="0" i="0" dirty="0">
                <a:effectLst/>
                <a:latin typeface="Söhne"/>
              </a:rPr>
              <a:t> In some cases, assistance may be hindered by political instability, corruption, or poor governance in recipient countries. Addressing these issues may be a prerequisite for effective assistance.</a:t>
            </a:r>
          </a:p>
          <a:p>
            <a:pPr>
              <a:lnSpc>
                <a:spcPct val="100000"/>
              </a:lnSpc>
              <a:buFont typeface="+mj-lt"/>
              <a:buAutoNum type="arabicPeriod"/>
            </a:pPr>
            <a:r>
              <a:rPr lang="en-US" b="1" i="0" dirty="0">
                <a:effectLst/>
                <a:latin typeface="Söhne"/>
              </a:rPr>
              <a:t>Limited Resources:</a:t>
            </a:r>
            <a:r>
              <a:rPr lang="en-US" b="0" i="0" dirty="0">
                <a:effectLst/>
                <a:latin typeface="Söhne"/>
              </a:rPr>
              <a:t> Richer countries may argue that they have limited resources and should prioritize domestic concerns over international aid. They may contend that addressing poverty and hunger requires a multifaceted approach that goes beyond direct food assistance.</a:t>
            </a:r>
          </a:p>
        </p:txBody>
      </p:sp>
    </p:spTree>
    <p:extLst>
      <p:ext uri="{BB962C8B-B14F-4D97-AF65-F5344CB8AC3E}">
        <p14:creationId xmlns:p14="http://schemas.microsoft.com/office/powerpoint/2010/main" val="138281009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arge skydiving group mid-air">
            <a:extLst>
              <a:ext uri="{FF2B5EF4-FFF2-40B4-BE49-F238E27FC236}">
                <a16:creationId xmlns:a16="http://schemas.microsoft.com/office/drawing/2014/main" id="{8B703C80-BEB3-8B43-5E2A-A61106DFDB67}"/>
              </a:ext>
            </a:extLst>
          </p:cNvPr>
          <p:cNvPicPr>
            <a:picLocks noChangeAspect="1"/>
          </p:cNvPicPr>
          <p:nvPr/>
        </p:nvPicPr>
        <p:blipFill rotWithShape="1">
          <a:blip r:embed="rId2"/>
          <a:srcRect t="11697" b="3717"/>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chemeClr val="bg1">
              <a:alpha val="9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6" name="Rectangle 15">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76057"/>
            <a:ext cx="11303626" cy="2034709"/>
          </a:xfrm>
          <a:prstGeom prst="rect">
            <a:avLst/>
          </a:prstGeom>
          <a:solidFill>
            <a:schemeClr val="bg1">
              <a:alpha val="95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281F9D7D-2940-BFBF-889B-F4ED0A8D28AD}"/>
              </a:ext>
            </a:extLst>
          </p:cNvPr>
          <p:cNvSpPr>
            <a:spLocks noGrp="1"/>
          </p:cNvSpPr>
          <p:nvPr>
            <p:ph type="title"/>
          </p:nvPr>
        </p:nvSpPr>
        <p:spPr>
          <a:xfrm>
            <a:off x="679600" y="4613395"/>
            <a:ext cx="3353432" cy="1336485"/>
          </a:xfrm>
        </p:spPr>
        <p:txBody>
          <a:bodyPr anchor="ctr">
            <a:normAutofit/>
          </a:bodyPr>
          <a:lstStyle/>
          <a:p>
            <a:r>
              <a:rPr lang="en-US">
                <a:solidFill>
                  <a:schemeClr val="tx1"/>
                </a:solidFill>
              </a:rPr>
              <a:t>Conclusion</a:t>
            </a:r>
            <a:endParaRPr lang="en-CA">
              <a:solidFill>
                <a:schemeClr val="tx1"/>
              </a:solidFill>
            </a:endParaRPr>
          </a:p>
        </p:txBody>
      </p:sp>
      <p:sp>
        <p:nvSpPr>
          <p:cNvPr id="3" name="Content Placeholder 2">
            <a:extLst>
              <a:ext uri="{FF2B5EF4-FFF2-40B4-BE49-F238E27FC236}">
                <a16:creationId xmlns:a16="http://schemas.microsoft.com/office/drawing/2014/main" id="{158ABED2-6101-3050-69DE-A24883BE8E86}"/>
              </a:ext>
            </a:extLst>
          </p:cNvPr>
          <p:cNvSpPr>
            <a:spLocks noGrp="1"/>
          </p:cNvSpPr>
          <p:nvPr>
            <p:ph idx="1"/>
          </p:nvPr>
        </p:nvSpPr>
        <p:spPr>
          <a:xfrm>
            <a:off x="4271491" y="4613396"/>
            <a:ext cx="7240909" cy="1304114"/>
          </a:xfrm>
        </p:spPr>
        <p:txBody>
          <a:bodyPr>
            <a:normAutofit/>
          </a:bodyPr>
          <a:lstStyle/>
          <a:p>
            <a:r>
              <a:rPr lang="en-US" sz="1600"/>
              <a:t>In practice, many international organizations, NGOs, and governments strive to strike a balance between providing immediate assistance and supporting long-term development goals. The goal is often to empower communities to achieve food security on their own while providing essential aid during crises.</a:t>
            </a:r>
            <a:endParaRPr lang="en-CA" sz="1600"/>
          </a:p>
        </p:txBody>
      </p:sp>
    </p:spTree>
    <p:extLst>
      <p:ext uri="{BB962C8B-B14F-4D97-AF65-F5344CB8AC3E}">
        <p14:creationId xmlns:p14="http://schemas.microsoft.com/office/powerpoint/2010/main" val="1307097198"/>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1" name="Rectangle 10">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3" name="Rectangle 12">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Rectangle 14">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5" name="Picture 4" descr="Yellow question mark">
            <a:extLst>
              <a:ext uri="{FF2B5EF4-FFF2-40B4-BE49-F238E27FC236}">
                <a16:creationId xmlns:a16="http://schemas.microsoft.com/office/drawing/2014/main" id="{8556A3E6-AB69-E39F-0A58-5AEE0D8A87E3}"/>
              </a:ext>
            </a:extLst>
          </p:cNvPr>
          <p:cNvPicPr>
            <a:picLocks noChangeAspect="1"/>
          </p:cNvPicPr>
          <p:nvPr/>
        </p:nvPicPr>
        <p:blipFill rotWithShape="1">
          <a:blip r:embed="rId2"/>
          <a:srcRect b="6250"/>
          <a:stretch/>
        </p:blipFill>
        <p:spPr>
          <a:xfrm>
            <a:off x="3" y="-22"/>
            <a:ext cx="12191997" cy="6858022"/>
          </a:xfrm>
          <a:prstGeom prst="rect">
            <a:avLst/>
          </a:prstGeom>
        </p:spPr>
      </p:pic>
      <p:sp>
        <p:nvSpPr>
          <p:cNvPr id="17" name="Rectangle 16">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397938" y="1397930"/>
            <a:ext cx="6858003" cy="4062128"/>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37374" y="1100316"/>
            <a:ext cx="6858003" cy="4657347"/>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BEB436-AE7E-9B06-4413-A072E5BE09E5}"/>
              </a:ext>
            </a:extLst>
          </p:cNvPr>
          <p:cNvSpPr>
            <a:spLocks noGrp="1"/>
          </p:cNvSpPr>
          <p:nvPr>
            <p:ph type="title"/>
          </p:nvPr>
        </p:nvSpPr>
        <p:spPr>
          <a:xfrm>
            <a:off x="6096006" y="643467"/>
            <a:ext cx="5452529" cy="3569242"/>
          </a:xfrm>
        </p:spPr>
        <p:txBody>
          <a:bodyPr vert="horz" lIns="91440" tIns="45720" rIns="91440" bIns="45720" rtlCol="0" anchor="t">
            <a:normAutofit/>
          </a:bodyPr>
          <a:lstStyle/>
          <a:p>
            <a:pPr algn="r"/>
            <a:r>
              <a:rPr lang="en-US" sz="4800">
                <a:solidFill>
                  <a:schemeClr val="bg1"/>
                </a:solidFill>
              </a:rPr>
              <a:t>Questions?</a:t>
            </a:r>
          </a:p>
        </p:txBody>
      </p:sp>
    </p:spTree>
    <p:extLst>
      <p:ext uri="{BB962C8B-B14F-4D97-AF65-F5344CB8AC3E}">
        <p14:creationId xmlns:p14="http://schemas.microsoft.com/office/powerpoint/2010/main" val="3680424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1" name="Rectangle 10">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3" name="Rectangle 12">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Rectangle 14">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17" name="Rectangle 16">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highway near the ocean">
            <a:extLst>
              <a:ext uri="{FF2B5EF4-FFF2-40B4-BE49-F238E27FC236}">
                <a16:creationId xmlns:a16="http://schemas.microsoft.com/office/drawing/2014/main" id="{ACDC7568-BACC-5147-B080-E6AE91536F6E}"/>
              </a:ext>
            </a:extLst>
          </p:cNvPr>
          <p:cNvPicPr>
            <a:picLocks noChangeAspect="1"/>
          </p:cNvPicPr>
          <p:nvPr/>
        </p:nvPicPr>
        <p:blipFill rotWithShape="1">
          <a:blip r:embed="rId2"/>
          <a:srcRect t="11833" b="13167"/>
          <a:stretch/>
        </p:blipFill>
        <p:spPr>
          <a:xfrm>
            <a:off x="20" y="10"/>
            <a:ext cx="12191980" cy="6857990"/>
          </a:xfrm>
          <a:prstGeom prst="rect">
            <a:avLst/>
          </a:prstGeom>
        </p:spPr>
      </p:pic>
      <p:sp>
        <p:nvSpPr>
          <p:cNvPr id="19" name="Rectangle 18">
            <a:extLst>
              <a:ext uri="{FF2B5EF4-FFF2-40B4-BE49-F238E27FC236}">
                <a16:creationId xmlns:a16="http://schemas.microsoft.com/office/drawing/2014/main" id="{9FA98EAA-A866-4C95-A2A8-44E46FBAD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gradFill flip="none" rotWithShape="1">
            <a:gsLst>
              <a:gs pos="56000">
                <a:schemeClr val="tx1">
                  <a:alpha val="39000"/>
                </a:schemeClr>
              </a:gs>
              <a:gs pos="100000">
                <a:schemeClr val="tx1">
                  <a:alpha val="8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495CE8-5EF5-F619-7981-461E95572E03}"/>
              </a:ext>
            </a:extLst>
          </p:cNvPr>
          <p:cNvSpPr>
            <a:spLocks noGrp="1"/>
          </p:cNvSpPr>
          <p:nvPr>
            <p:ph type="title"/>
          </p:nvPr>
        </p:nvSpPr>
        <p:spPr>
          <a:xfrm>
            <a:off x="2103121" y="4727173"/>
            <a:ext cx="7985759" cy="868823"/>
          </a:xfrm>
        </p:spPr>
        <p:txBody>
          <a:bodyPr vert="horz" lIns="91440" tIns="45720" rIns="91440" bIns="45720" rtlCol="0" anchor="b">
            <a:normAutofit/>
          </a:bodyPr>
          <a:lstStyle/>
          <a:p>
            <a:pPr algn="ctr"/>
            <a:r>
              <a:rPr lang="en-US" sz="4000">
                <a:solidFill>
                  <a:schemeClr val="bg1"/>
                </a:solidFill>
              </a:rPr>
              <a:t>Thank You!</a:t>
            </a:r>
          </a:p>
        </p:txBody>
      </p:sp>
    </p:spTree>
    <p:extLst>
      <p:ext uri="{BB962C8B-B14F-4D97-AF65-F5344CB8AC3E}">
        <p14:creationId xmlns:p14="http://schemas.microsoft.com/office/powerpoint/2010/main" val="85147046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{A7AAACC8-9D78-43EC-B91E-FAB0596BFF8E}tf33552983_win32</Template>
  <TotalTime>58</TotalTime>
  <Words>491</Words>
  <Application>Microsoft Office PowerPoint</Application>
  <PresentationFormat>Widescreen</PresentationFormat>
  <Paragraphs>33</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Franklin Gothic Book</vt:lpstr>
      <vt:lpstr>Franklin Gothic Demi</vt:lpstr>
      <vt:lpstr>Gill Sans MT</vt:lpstr>
      <vt:lpstr>Söhne</vt:lpstr>
      <vt:lpstr>Wingdings 2</vt:lpstr>
      <vt:lpstr>DividendVTI</vt:lpstr>
      <vt:lpstr>Should richer countries help in securing food for poor countries?</vt:lpstr>
      <vt:lpstr>Introduction</vt:lpstr>
      <vt:lpstr>Table of Content</vt:lpstr>
      <vt:lpstr>Introduction to the topic Should richer countries help in securing food for poor countries?</vt:lpstr>
      <vt:lpstr>Food is Vital</vt:lpstr>
      <vt:lpstr>Importance of Food</vt:lpstr>
      <vt:lpstr>Would countries really assist?</vt:lpstr>
      <vt:lpstr>Arguments in Favor of Assistance</vt:lpstr>
      <vt:lpstr>Arguments Against Assistance</vt:lpstr>
      <vt:lpstr>Conclusion</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my topic</dc:title>
  <dc:creator>Rachit Bhatt</dc:creator>
  <cp:lastModifiedBy>Rachit Bhatt</cp:lastModifiedBy>
  <cp:revision>67</cp:revision>
  <dcterms:created xsi:type="dcterms:W3CDTF">2023-11-17T15:02:36Z</dcterms:created>
  <dcterms:modified xsi:type="dcterms:W3CDTF">2023-11-17T16:00:54Z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