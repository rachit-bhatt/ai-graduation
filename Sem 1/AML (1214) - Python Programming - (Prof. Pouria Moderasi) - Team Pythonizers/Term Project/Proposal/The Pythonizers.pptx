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4"/>
  </p:sldMasterIdLst>
  <p:sldIdLst>
    <p:sldId id="257" r:id="rId5"/>
    <p:sldId id="258" r:id="rId6"/>
    <p:sldId id="263" r:id="rId7"/>
    <p:sldId id="262" r:id="rId8"/>
    <p:sldId id="259"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1" autoAdjust="0"/>
    <p:restoredTop sz="94660"/>
  </p:normalViewPr>
  <p:slideViewPr>
    <p:cSldViewPr snapToGrid="0">
      <p:cViewPr varScale="1">
        <p:scale>
          <a:sx n="77" d="100"/>
          <a:sy n="77" d="100"/>
        </p:scale>
        <p:origin x="72"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11/21/2023</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11/21/2023</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11/21/2023</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11/21/2023</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11/21/2023</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11/21/2023</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11/21/2023</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11/21/2023</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11/21/2023</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11/21/2023</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11/21/2023</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11/21/2023</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s://www.kaggle.com/competitions/covid19-global-forecasting-week-3" TargetMode="External"/><Relationship Id="rId2" Type="http://schemas.openxmlformats.org/officeDocument/2006/relationships/image" Target="../media/image5.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t="31026" r="1" b="43627"/>
          <a:stretch/>
        </p:blipFill>
        <p:spPr>
          <a:xfrm>
            <a:off x="15" y="10"/>
            <a:ext cx="12191985" cy="4578340"/>
          </a:xfrm>
          <a:prstGeom prst="rect">
            <a:avLst/>
          </a:prstGeom>
          <a:noFill/>
        </p:spPr>
      </p:pic>
      <p:sp>
        <p:nvSpPr>
          <p:cNvPr id="2" name="Title 1">
            <a:extLst>
              <a:ext uri="{FF2B5EF4-FFF2-40B4-BE49-F238E27FC236}">
                <a16:creationId xmlns:a16="http://schemas.microsoft.com/office/drawing/2014/main" id="{78FD68DA-43BA-4508-8DE2-BA9BB7B2FA5B}"/>
              </a:ext>
            </a:extLst>
          </p:cNvPr>
          <p:cNvSpPr>
            <a:spLocks noGrp="1"/>
          </p:cNvSpPr>
          <p:nvPr>
            <p:ph type="title"/>
          </p:nvPr>
        </p:nvSpPr>
        <p:spPr>
          <a:xfrm>
            <a:off x="1097279" y="4799362"/>
            <a:ext cx="10113645" cy="743682"/>
          </a:xfrm>
        </p:spPr>
        <p:txBody>
          <a:bodyPr anchor="b">
            <a:normAutofit/>
          </a:bodyPr>
          <a:lstStyle/>
          <a:p>
            <a:r>
              <a:rPr lang="en-US" dirty="0"/>
              <a:t>The </a:t>
            </a:r>
            <a:r>
              <a:rPr lang="en-US" dirty="0" err="1"/>
              <a:t>Pythonizers</a:t>
            </a:r>
            <a:endParaRPr lang="en-US" dirty="0"/>
          </a:p>
        </p:txBody>
      </p:sp>
      <p:sp>
        <p:nvSpPr>
          <p:cNvPr id="3" name="Subtitle 2">
            <a:extLst>
              <a:ext uri="{FF2B5EF4-FFF2-40B4-BE49-F238E27FC236}">
                <a16:creationId xmlns:a16="http://schemas.microsoft.com/office/drawing/2014/main" id="{A8E9CFF2-3777-4FF4-A759-8491175B0B7C}"/>
              </a:ext>
            </a:extLst>
          </p:cNvPr>
          <p:cNvSpPr>
            <a:spLocks noGrp="1"/>
          </p:cNvSpPr>
          <p:nvPr>
            <p:ph type="body" sz="half" idx="2"/>
          </p:nvPr>
        </p:nvSpPr>
        <p:spPr>
          <a:xfrm>
            <a:off x="1097279" y="5715000"/>
            <a:ext cx="10113264" cy="609600"/>
          </a:xfrm>
        </p:spPr>
        <p:txBody>
          <a:bodyPr>
            <a:normAutofit/>
          </a:bodyPr>
          <a:lstStyle/>
          <a:p>
            <a:r>
              <a:rPr lang="en-US"/>
              <a:t>COVID-19 Visualization and Prediction</a:t>
            </a:r>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2EA78-AEB3-469B-9025-3B17201A457B}"/>
              </a:ext>
            </a:extLst>
          </p:cNvPr>
          <p:cNvSpPr>
            <a:spLocks noGrp="1"/>
          </p:cNvSpPr>
          <p:nvPr>
            <p:ph type="title"/>
          </p:nvPr>
        </p:nvSpPr>
        <p:spPr>
          <a:xfrm>
            <a:off x="643466" y="786383"/>
            <a:ext cx="3517567" cy="2093975"/>
          </a:xfrm>
        </p:spPr>
        <p:txBody>
          <a:bodyPr anchor="b">
            <a:normAutofit/>
          </a:bodyPr>
          <a:lstStyle/>
          <a:p>
            <a:pPr lvl="0"/>
            <a:r>
              <a:rPr lang="en-US" b="1" dirty="0"/>
              <a:t>Feasibility  and Module </a:t>
            </a:r>
          </a:p>
        </p:txBody>
      </p:sp>
      <p:sp>
        <p:nvSpPr>
          <p:cNvPr id="54" name="Content Placeholder 2">
            <a:extLst>
              <a:ext uri="{FF2B5EF4-FFF2-40B4-BE49-F238E27FC236}">
                <a16:creationId xmlns:a16="http://schemas.microsoft.com/office/drawing/2014/main" id="{3842E9A3-F901-7EDE-168F-D3B01A783A08}"/>
              </a:ext>
            </a:extLst>
          </p:cNvPr>
          <p:cNvSpPr>
            <a:spLocks noGrp="1"/>
          </p:cNvSpPr>
          <p:nvPr>
            <p:ph idx="1"/>
          </p:nvPr>
        </p:nvSpPr>
        <p:spPr>
          <a:xfrm>
            <a:off x="5458984" y="812799"/>
            <a:ext cx="5928344" cy="5294757"/>
          </a:xfrm>
        </p:spPr>
        <p:txBody>
          <a:bodyPr/>
          <a:lstStyle/>
          <a:p>
            <a:r>
              <a:rPr lang="en-US" dirty="0"/>
              <a:t>In this project we are going to analysis the covid data to predict where the future cases will be increased or decreased by implementing the different analytics technique and use the result in the future.</a:t>
            </a:r>
          </a:p>
          <a:p>
            <a:r>
              <a:rPr lang="en-US" dirty="0"/>
              <a:t>The data contain the number of cases across the globe, and we will predict the cases to be in the next week in the globe. </a:t>
            </a:r>
          </a:p>
          <a:p>
            <a:r>
              <a:rPr lang="en-US" dirty="0"/>
              <a:t>The idea to develop this project is to predict the future scenario of any pandemic.</a:t>
            </a:r>
          </a:p>
          <a:p>
            <a:r>
              <a:rPr lang="en-US" dirty="0"/>
              <a:t>In this data we can predict the number of cases for the single country or for the entire Globe. </a:t>
            </a:r>
          </a:p>
          <a:p>
            <a:r>
              <a:rPr lang="en-US" dirty="0"/>
              <a:t> </a:t>
            </a:r>
          </a:p>
        </p:txBody>
      </p:sp>
      <p:sp>
        <p:nvSpPr>
          <p:cNvPr id="3" name="Subtitle 2">
            <a:extLst>
              <a:ext uri="{FF2B5EF4-FFF2-40B4-BE49-F238E27FC236}">
                <a16:creationId xmlns:a16="http://schemas.microsoft.com/office/drawing/2014/main" id="{255E1F2F-E259-4EA8-9FFD-3A10AF541859}"/>
              </a:ext>
            </a:extLst>
          </p:cNvPr>
          <p:cNvSpPr>
            <a:spLocks noGrp="1"/>
          </p:cNvSpPr>
          <p:nvPr>
            <p:ph type="body" sz="half" idx="2"/>
          </p:nvPr>
        </p:nvSpPr>
        <p:spPr>
          <a:xfrm>
            <a:off x="643465" y="3043050"/>
            <a:ext cx="3517567" cy="3064505"/>
          </a:xfrm>
        </p:spPr>
        <p:txBody>
          <a:bodyPr>
            <a:normAutofit/>
          </a:bodyPr>
          <a:lstStyle/>
          <a:p>
            <a:r>
              <a:rPr lang="en-US" dirty="0"/>
              <a:t>COVID-19 cases in Globe </a:t>
            </a:r>
          </a:p>
          <a:p>
            <a:r>
              <a:rPr lang="en-US" dirty="0"/>
              <a:t>Use of EDA</a:t>
            </a:r>
          </a:p>
          <a:p>
            <a:r>
              <a:rPr lang="en-US" dirty="0"/>
              <a:t>Use of different Algorithm for the prediction</a:t>
            </a:r>
          </a:p>
          <a:p>
            <a:r>
              <a:rPr lang="en-US" dirty="0"/>
              <a:t>Predicting number of cases in the near future</a:t>
            </a:r>
          </a:p>
        </p:txBody>
      </p:sp>
    </p:spTree>
    <p:extLst>
      <p:ext uri="{BB962C8B-B14F-4D97-AF65-F5344CB8AC3E}">
        <p14:creationId xmlns:p14="http://schemas.microsoft.com/office/powerpoint/2010/main" val="191714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1F2F-279B-3D2F-88F0-498B723F5FA8}"/>
              </a:ext>
            </a:extLst>
          </p:cNvPr>
          <p:cNvSpPr>
            <a:spLocks noGrp="1"/>
          </p:cNvSpPr>
          <p:nvPr>
            <p:ph type="title"/>
          </p:nvPr>
        </p:nvSpPr>
        <p:spPr>
          <a:xfrm>
            <a:off x="643466" y="786383"/>
            <a:ext cx="3517567" cy="2093975"/>
          </a:xfrm>
        </p:spPr>
        <p:txBody>
          <a:bodyPr anchor="b">
            <a:normAutofit/>
          </a:bodyPr>
          <a:lstStyle/>
          <a:p>
            <a:r>
              <a:rPr lang="en-CA" dirty="0"/>
              <a:t>SDLC</a:t>
            </a:r>
          </a:p>
        </p:txBody>
      </p:sp>
      <p:pic>
        <p:nvPicPr>
          <p:cNvPr id="1026" name="Picture 2" descr="SDLC Guide – Software Development Life Cycle Phases and ...">
            <a:extLst>
              <a:ext uri="{FF2B5EF4-FFF2-40B4-BE49-F238E27FC236}">
                <a16:creationId xmlns:a16="http://schemas.microsoft.com/office/drawing/2014/main" id="{5AD74B69-1667-CCD6-99EC-C6788EB3F4B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789014" y="812799"/>
            <a:ext cx="5268283" cy="5294757"/>
          </a:xfrm>
          <a:prstGeom prst="rect">
            <a:avLst/>
          </a:prstGeom>
          <a:solidFill>
            <a:srgbClr val="FFFFFF"/>
          </a:solidFill>
        </p:spPr>
      </p:pic>
      <p:sp>
        <p:nvSpPr>
          <p:cNvPr id="4" name="Text Placeholder 3">
            <a:extLst>
              <a:ext uri="{FF2B5EF4-FFF2-40B4-BE49-F238E27FC236}">
                <a16:creationId xmlns:a16="http://schemas.microsoft.com/office/drawing/2014/main" id="{C0064AAD-6332-22E8-492A-C1DF3AA5B008}"/>
              </a:ext>
            </a:extLst>
          </p:cNvPr>
          <p:cNvSpPr>
            <a:spLocks noGrp="1"/>
          </p:cNvSpPr>
          <p:nvPr>
            <p:ph type="body" sz="half" idx="2"/>
          </p:nvPr>
        </p:nvSpPr>
        <p:spPr>
          <a:xfrm>
            <a:off x="643465" y="3043050"/>
            <a:ext cx="3517567" cy="3064505"/>
          </a:xfrm>
        </p:spPr>
        <p:txBody>
          <a:bodyPr>
            <a:normAutofit/>
          </a:bodyPr>
          <a:lstStyle/>
          <a:p>
            <a:r>
              <a:rPr lang="en-CA" dirty="0"/>
              <a:t>Software development life Cycle give us the brief idea about how the workflow goes and in which phase we need improve to derived our desired result </a:t>
            </a:r>
          </a:p>
        </p:txBody>
      </p:sp>
    </p:spTree>
    <p:extLst>
      <p:ext uri="{BB962C8B-B14F-4D97-AF65-F5344CB8AC3E}">
        <p14:creationId xmlns:p14="http://schemas.microsoft.com/office/powerpoint/2010/main" val="2752010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E5D8-E702-96B7-684B-87FF119E8646}"/>
              </a:ext>
            </a:extLst>
          </p:cNvPr>
          <p:cNvSpPr>
            <a:spLocks noGrp="1"/>
          </p:cNvSpPr>
          <p:nvPr>
            <p:ph type="title"/>
          </p:nvPr>
        </p:nvSpPr>
        <p:spPr>
          <a:xfrm>
            <a:off x="643466" y="786383"/>
            <a:ext cx="3517567" cy="2093975"/>
          </a:xfrm>
        </p:spPr>
        <p:txBody>
          <a:bodyPr anchor="b">
            <a:normAutofit/>
          </a:bodyPr>
          <a:lstStyle/>
          <a:p>
            <a:r>
              <a:rPr lang="en-CA" b="1" dirty="0"/>
              <a:t>Team Responsibility</a:t>
            </a:r>
            <a:r>
              <a:rPr lang="en-CA" dirty="0"/>
              <a:t> </a:t>
            </a:r>
            <a:br>
              <a:rPr lang="en-CA" dirty="0"/>
            </a:br>
            <a:r>
              <a:rPr lang="en-CA" dirty="0"/>
              <a:t>and Module   </a:t>
            </a:r>
          </a:p>
        </p:txBody>
      </p:sp>
      <p:pic>
        <p:nvPicPr>
          <p:cNvPr id="5" name="Picture 4">
            <a:extLst>
              <a:ext uri="{FF2B5EF4-FFF2-40B4-BE49-F238E27FC236}">
                <a16:creationId xmlns:a16="http://schemas.microsoft.com/office/drawing/2014/main" id="{4C7A9772-8160-8C1D-D36E-4D9B4553D070}"/>
              </a:ext>
            </a:extLst>
          </p:cNvPr>
          <p:cNvPicPr>
            <a:picLocks noChangeAspect="1"/>
          </p:cNvPicPr>
          <p:nvPr/>
        </p:nvPicPr>
        <p:blipFill>
          <a:blip r:embed="rId2"/>
          <a:stretch>
            <a:fillRect/>
          </a:stretch>
        </p:blipFill>
        <p:spPr>
          <a:xfrm>
            <a:off x="4688727" y="1480929"/>
            <a:ext cx="7444973" cy="3945835"/>
          </a:xfrm>
          <a:prstGeom prst="rect">
            <a:avLst/>
          </a:prstGeom>
          <a:noFill/>
        </p:spPr>
      </p:pic>
      <p:sp>
        <p:nvSpPr>
          <p:cNvPr id="10" name="Text Placeholder 3">
            <a:extLst>
              <a:ext uri="{FF2B5EF4-FFF2-40B4-BE49-F238E27FC236}">
                <a16:creationId xmlns:a16="http://schemas.microsoft.com/office/drawing/2014/main" id="{64753B1D-D50D-0F39-95AA-F1A977F899E2}"/>
              </a:ext>
            </a:extLst>
          </p:cNvPr>
          <p:cNvSpPr>
            <a:spLocks noGrp="1"/>
          </p:cNvSpPr>
          <p:nvPr>
            <p:ph type="body" sz="half" idx="2"/>
          </p:nvPr>
        </p:nvSpPr>
        <p:spPr>
          <a:xfrm>
            <a:off x="643465" y="3043050"/>
            <a:ext cx="3517567" cy="3064505"/>
          </a:xfrm>
        </p:spPr>
        <p:txBody>
          <a:bodyPr/>
          <a:lstStyle/>
          <a:p>
            <a:r>
              <a:rPr lang="en-US" dirty="0"/>
              <a:t>Here are the Responsibility and the module to be used in our project </a:t>
            </a:r>
          </a:p>
        </p:txBody>
      </p:sp>
    </p:spTree>
    <p:extLst>
      <p:ext uri="{BB962C8B-B14F-4D97-AF65-F5344CB8AC3E}">
        <p14:creationId xmlns:p14="http://schemas.microsoft.com/office/powerpoint/2010/main" val="690038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rrows going up">
            <a:extLst>
              <a:ext uri="{FF2B5EF4-FFF2-40B4-BE49-F238E27FC236}">
                <a16:creationId xmlns:a16="http://schemas.microsoft.com/office/drawing/2014/main" id="{D18A3596-5E56-E6A6-B6BD-5973E2CA14D7}"/>
              </a:ext>
            </a:extLst>
          </p:cNvPr>
          <p:cNvPicPr>
            <a:picLocks noChangeAspect="1"/>
          </p:cNvPicPr>
          <p:nvPr/>
        </p:nvPicPr>
        <p:blipFill rotWithShape="1">
          <a:blip r:embed="rId2"/>
          <a:srcRect t="28927" b="25965"/>
          <a:stretch/>
        </p:blipFill>
        <p:spPr>
          <a:xfrm>
            <a:off x="15" y="10"/>
            <a:ext cx="12191985" cy="4578340"/>
          </a:xfrm>
          <a:prstGeom prst="rect">
            <a:avLst/>
          </a:prstGeom>
          <a:noFill/>
        </p:spPr>
      </p:pic>
      <p:sp>
        <p:nvSpPr>
          <p:cNvPr id="2" name="Title 1">
            <a:extLst>
              <a:ext uri="{FF2B5EF4-FFF2-40B4-BE49-F238E27FC236}">
                <a16:creationId xmlns:a16="http://schemas.microsoft.com/office/drawing/2014/main" id="{1DDE5BA4-CD57-90E8-4B51-4069E5659791}"/>
              </a:ext>
            </a:extLst>
          </p:cNvPr>
          <p:cNvSpPr>
            <a:spLocks noGrp="1"/>
          </p:cNvSpPr>
          <p:nvPr>
            <p:ph type="title"/>
          </p:nvPr>
        </p:nvSpPr>
        <p:spPr>
          <a:xfrm>
            <a:off x="1097279" y="4799362"/>
            <a:ext cx="10113645" cy="743682"/>
          </a:xfrm>
        </p:spPr>
        <p:txBody>
          <a:bodyPr anchor="b">
            <a:normAutofit/>
          </a:bodyPr>
          <a:lstStyle/>
          <a:p>
            <a:r>
              <a:rPr lang="en-US" dirty="0"/>
              <a:t>Outcome</a:t>
            </a:r>
            <a:endParaRPr lang="en-CA" dirty="0"/>
          </a:p>
        </p:txBody>
      </p:sp>
      <p:sp>
        <p:nvSpPr>
          <p:cNvPr id="10" name="Content Placeholder 2">
            <a:extLst>
              <a:ext uri="{FF2B5EF4-FFF2-40B4-BE49-F238E27FC236}">
                <a16:creationId xmlns:a16="http://schemas.microsoft.com/office/drawing/2014/main" id="{9833E943-FA21-FC8C-58A9-D88155EA5CEB}"/>
              </a:ext>
            </a:extLst>
          </p:cNvPr>
          <p:cNvSpPr>
            <a:spLocks noGrp="1"/>
          </p:cNvSpPr>
          <p:nvPr>
            <p:ph type="body" sz="half" idx="2"/>
          </p:nvPr>
        </p:nvSpPr>
        <p:spPr>
          <a:xfrm>
            <a:off x="1097279" y="5715000"/>
            <a:ext cx="10113264" cy="609600"/>
          </a:xfrm>
        </p:spPr>
        <p:txBody>
          <a:bodyPr>
            <a:normAutofit/>
          </a:bodyPr>
          <a:lstStyle/>
          <a:p>
            <a:pPr>
              <a:lnSpc>
                <a:spcPct val="100000"/>
              </a:lnSpc>
            </a:pPr>
            <a:r>
              <a:rPr lang="en-US" sz="1700"/>
              <a:t>Based on trends, predicting the probability of number of cases in the near future.</a:t>
            </a:r>
          </a:p>
          <a:p>
            <a:pPr>
              <a:lnSpc>
                <a:spcPct val="100000"/>
              </a:lnSpc>
            </a:pPr>
            <a:r>
              <a:rPr lang="en-US" sz="1700"/>
              <a:t>Using various algorithms and approaches to predict the future.</a:t>
            </a:r>
            <a:endParaRPr lang="en-CA" sz="1700"/>
          </a:p>
        </p:txBody>
      </p:sp>
    </p:spTree>
    <p:extLst>
      <p:ext uri="{BB962C8B-B14F-4D97-AF65-F5344CB8AC3E}">
        <p14:creationId xmlns:p14="http://schemas.microsoft.com/office/powerpoint/2010/main" val="10317350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Padlock on computer motherboard">
            <a:extLst>
              <a:ext uri="{FF2B5EF4-FFF2-40B4-BE49-F238E27FC236}">
                <a16:creationId xmlns:a16="http://schemas.microsoft.com/office/drawing/2014/main" id="{FDCB6969-C57A-237B-C583-D785B2C4C014}"/>
              </a:ext>
            </a:extLst>
          </p:cNvPr>
          <p:cNvPicPr>
            <a:picLocks noChangeAspect="1"/>
          </p:cNvPicPr>
          <p:nvPr/>
        </p:nvPicPr>
        <p:blipFill rotWithShape="1">
          <a:blip r:embed="rId2"/>
          <a:srcRect t="13925" b="29817"/>
          <a:stretch/>
        </p:blipFill>
        <p:spPr>
          <a:xfrm>
            <a:off x="15" y="10"/>
            <a:ext cx="12191985" cy="4578340"/>
          </a:xfrm>
          <a:prstGeom prst="rect">
            <a:avLst/>
          </a:prstGeom>
          <a:noFill/>
        </p:spPr>
      </p:pic>
      <p:sp>
        <p:nvSpPr>
          <p:cNvPr id="2" name="Title 1">
            <a:extLst>
              <a:ext uri="{FF2B5EF4-FFF2-40B4-BE49-F238E27FC236}">
                <a16:creationId xmlns:a16="http://schemas.microsoft.com/office/drawing/2014/main" id="{9CAE612F-F073-804F-17CF-29E114DBF820}"/>
              </a:ext>
            </a:extLst>
          </p:cNvPr>
          <p:cNvSpPr>
            <a:spLocks noGrp="1"/>
          </p:cNvSpPr>
          <p:nvPr>
            <p:ph type="title"/>
          </p:nvPr>
        </p:nvSpPr>
        <p:spPr>
          <a:xfrm>
            <a:off x="1097279" y="4799362"/>
            <a:ext cx="10113645" cy="743682"/>
          </a:xfrm>
        </p:spPr>
        <p:txBody>
          <a:bodyPr anchor="b">
            <a:normAutofit/>
          </a:bodyPr>
          <a:lstStyle/>
          <a:p>
            <a:r>
              <a:rPr lang="en-US" dirty="0"/>
              <a:t>References</a:t>
            </a:r>
            <a:endParaRPr lang="en-CA" dirty="0"/>
          </a:p>
        </p:txBody>
      </p:sp>
      <p:sp>
        <p:nvSpPr>
          <p:cNvPr id="3" name="Content Placeholder 2">
            <a:extLst>
              <a:ext uri="{FF2B5EF4-FFF2-40B4-BE49-F238E27FC236}">
                <a16:creationId xmlns:a16="http://schemas.microsoft.com/office/drawing/2014/main" id="{7B90BFA7-C74B-0C18-5AFC-70D9DD219D43}"/>
              </a:ext>
            </a:extLst>
          </p:cNvPr>
          <p:cNvSpPr>
            <a:spLocks noGrp="1"/>
          </p:cNvSpPr>
          <p:nvPr>
            <p:ph type="body" sz="half" idx="2"/>
          </p:nvPr>
        </p:nvSpPr>
        <p:spPr>
          <a:xfrm>
            <a:off x="1097279" y="5715000"/>
            <a:ext cx="10113264" cy="609600"/>
          </a:xfrm>
        </p:spPr>
        <p:txBody>
          <a:bodyPr>
            <a:normAutofit/>
          </a:bodyPr>
          <a:lstStyle/>
          <a:p>
            <a:r>
              <a:rPr lang="en-CA" dirty="0">
                <a:hlinkClick r:id="rId3"/>
              </a:rPr>
              <a:t>https://www.kaggle.com/competitions/covid19-global-forecasting-week-3</a:t>
            </a:r>
            <a:endParaRPr lang="en-CA" dirty="0"/>
          </a:p>
        </p:txBody>
      </p:sp>
    </p:spTree>
    <p:extLst>
      <p:ext uri="{BB962C8B-B14F-4D97-AF65-F5344CB8AC3E}">
        <p14:creationId xmlns:p14="http://schemas.microsoft.com/office/powerpoint/2010/main" val="658326113"/>
      </p:ext>
    </p:extLst>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80AA9D2D-EE59-4148-A11E-A51EEE828B28}" vid="{AEAFD717-D3C8-4034-8F7E-D5220B0CCEB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5A59D56-2157-4202-9D02-F44E447A24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F4F4D41-822D-40F2-A7AC-E4E6CB36CA7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9DAD249-BF80-48EF-9AFB-36A11BCDC2C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{9B6334D8-9C40-46C5-AA5B-6EB343924163}tf56160789_win32</Template>
  <TotalTime>71</TotalTime>
  <Words>215</Words>
  <Application>Microsoft Office PowerPoint</Application>
  <PresentationFormat>Widescreen</PresentationFormat>
  <Paragraphs>21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Bookman Old Style</vt:lpstr>
      <vt:lpstr>Calibri</vt:lpstr>
      <vt:lpstr>Franklin Gothic Book</vt:lpstr>
      <vt:lpstr>Custom</vt:lpstr>
      <vt:lpstr>The Pythonizers</vt:lpstr>
      <vt:lpstr>Feasibility  and Module </vt:lpstr>
      <vt:lpstr>SDLC</vt:lpstr>
      <vt:lpstr>Team Responsibility  and Module   </vt:lpstr>
      <vt:lpstr>Outcome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Pythonizers</dc:title>
  <dc:creator>Rachit Bhatt</dc:creator>
  <cp:lastModifiedBy>Akashdeep Singh</cp:lastModifiedBy>
  <cp:revision>10</cp:revision>
  <dcterms:created xsi:type="dcterms:W3CDTF">2023-11-21T20:36:17Z</dcterms:created>
  <dcterms:modified xsi:type="dcterms:W3CDTF">2023-11-22T00:05:07Z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